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9" r:id="rId3"/>
    <p:sldMasterId id="214748367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2" r:id="rId16"/>
    <p:sldId id="263" r:id="rId17"/>
    <p:sldId id="264" r:id="rId18"/>
    <p:sldId id="261" r:id="rId11"/>
  </p:sldIdLst>
  <p:sldSz cy="5143500" cx="9144000"/>
  <p:notesSz cx="6858000" cy="9144000"/>
  <p:embeddedFontLst>
    <p:embeddedFont>
      <p:font typeface="Century Gothic"/>
      <p:regular r:id="rId12"/>
      <p:bold r:id="rId13"/>
      <p:italic r:id="rId14"/>
      <p:boldItalic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CenturyGothic-regular.fntdata"/><Relationship Id="rId13" Type="http://schemas.openxmlformats.org/officeDocument/2006/relationships/font" Target="fonts/CenturyGothic-bold.fntdata"/><Relationship Id="rId14" Type="http://schemas.openxmlformats.org/officeDocument/2006/relationships/font" Target="fonts/CenturyGothic-italic.fntdata"/><Relationship Id="rId15" Type="http://schemas.openxmlformats.org/officeDocument/2006/relationships/font" Target="fonts/CenturyGothic-boldItalic.fntdata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f6d1520acb_0_3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f6d1520acb_0_3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17fee2faed6_1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17fee2faed6_1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f0c1add0e3_1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f0c1add0e3_1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f0c1add0e3_1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f0c1add0e3_1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f07329c550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f07329c550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f20463e5b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3f20463e5b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1213608" y="2625452"/>
            <a:ext cx="6716700" cy="9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1" i="0" sz="3400">
                <a:solidFill>
                  <a:srgbClr val="484E5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509056" y="1118711"/>
            <a:ext cx="8125800" cy="171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>
                <a:solidFill>
                  <a:schemeClr val="dk1"/>
                </a:solidFill>
              </a:defRPr>
            </a:lvl1pPr>
            <a:lvl2pPr indent="-228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indent="-228600" lvl="2" marL="1371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indent="-228600" lvl="3" marL="1828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indent="-228600" lvl="4" marL="228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indent="-228600" lvl="5" marL="2743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indent="-228600" lvl="6" marL="3200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indent="-228600" lvl="8" marL="4114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rgbClr val="888888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54" name="Google Shape;54;p13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solidFill>
                  <a:srgbClr val="888888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58368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стой слайд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idx="10" type="dt"/>
          </p:nvPr>
        </p:nvSpPr>
        <p:spPr>
          <a:xfrm>
            <a:off x="457200" y="4783455"/>
            <a:ext cx="2103000" cy="1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3108960" y="4783455"/>
            <a:ext cx="2926200" cy="1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6583680" y="4783455"/>
            <a:ext cx="2103000" cy="1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1213608" y="2625452"/>
            <a:ext cx="6716700" cy="9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1" i="0" sz="3400">
                <a:solidFill>
                  <a:srgbClr val="484E5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509056" y="1118711"/>
            <a:ext cx="8125800" cy="171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>
                <a:solidFill>
                  <a:schemeClr val="dk1"/>
                </a:solidFill>
              </a:defRPr>
            </a:lvl1pPr>
            <a:lvl2pPr indent="-228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indent="-228600" lvl="2" marL="1371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indent="-228600" lvl="3" marL="1828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indent="-228600" lvl="4" marL="228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indent="-228600" lvl="5" marL="2743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indent="-228600" lvl="6" marL="3200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indent="-228600" lvl="8" marL="4114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658368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chemeClr val="dk2"/>
        </a:solidFill>
      </p:bgPr>
    </p:bg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/>
          <p:nvPr/>
        </p:nvSpPr>
        <p:spPr>
          <a:xfrm>
            <a:off x="713175" y="539500"/>
            <a:ext cx="7717500" cy="561300"/>
          </a:xfrm>
          <a:prstGeom prst="roundRect">
            <a:avLst>
              <a:gd fmla="val 50000" name="adj"/>
            </a:avLst>
          </a:prstGeom>
          <a:solidFill>
            <a:srgbClr val="FFFA3B"/>
          </a:solidFill>
          <a:ln>
            <a:noFill/>
          </a:ln>
        </p:spPr>
        <p:txBody>
          <a:bodyPr anchorCtr="0" anchor="ctr" bIns="88375" lIns="88375" spcFirstLastPara="1" rIns="88375" wrap="square" tIns="883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Calibri"/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7"/>
          <p:cNvSpPr txBox="1"/>
          <p:nvPr>
            <p:ph type="ctrTitle"/>
          </p:nvPr>
        </p:nvSpPr>
        <p:spPr>
          <a:xfrm>
            <a:off x="1743075" y="552650"/>
            <a:ext cx="5658000" cy="54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9700" lIns="49700" spcFirstLastPara="1" rIns="49700" wrap="square" tIns="49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5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5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5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5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5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5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5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5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buNone/>
              <a:defRPr sz="1300">
                <a:solidFill>
                  <a:schemeClr val="dk1"/>
                </a:solidFill>
              </a:defRPr>
            </a:lvl1pPr>
            <a:lvl2pPr lvl="1">
              <a:buNone/>
              <a:defRPr sz="1300">
                <a:solidFill>
                  <a:schemeClr val="dk1"/>
                </a:solidFill>
              </a:defRPr>
            </a:lvl2pPr>
            <a:lvl3pPr lvl="2">
              <a:buNone/>
              <a:defRPr sz="1300">
                <a:solidFill>
                  <a:schemeClr val="dk1"/>
                </a:solidFill>
              </a:defRPr>
            </a:lvl3pPr>
            <a:lvl4pPr lvl="3">
              <a:buNone/>
              <a:defRPr sz="1300">
                <a:solidFill>
                  <a:schemeClr val="dk1"/>
                </a:solidFill>
              </a:defRPr>
            </a:lvl4pPr>
            <a:lvl5pPr lvl="4">
              <a:buNone/>
              <a:defRPr sz="1300">
                <a:solidFill>
                  <a:schemeClr val="dk1"/>
                </a:solidFill>
              </a:defRPr>
            </a:lvl5pPr>
            <a:lvl6pPr lvl="5">
              <a:buNone/>
              <a:defRPr sz="1300">
                <a:solidFill>
                  <a:schemeClr val="dk1"/>
                </a:solidFill>
              </a:defRPr>
            </a:lvl6pPr>
            <a:lvl7pPr lvl="6">
              <a:buNone/>
              <a:defRPr sz="1300">
                <a:solidFill>
                  <a:schemeClr val="dk1"/>
                </a:solidFill>
              </a:defRPr>
            </a:lvl7pPr>
            <a:lvl8pPr lvl="7">
              <a:buNone/>
              <a:defRPr sz="1300">
                <a:solidFill>
                  <a:schemeClr val="dk1"/>
                </a:solidFill>
              </a:defRPr>
            </a:lvl8pPr>
            <a:lvl9pPr lvl="8">
              <a:buNone/>
              <a:defRPr sz="13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8"/>
          <p:cNvSpPr txBox="1"/>
          <p:nvPr>
            <p:ph type="title"/>
          </p:nvPr>
        </p:nvSpPr>
        <p:spPr>
          <a:xfrm>
            <a:off x="1213608" y="2625452"/>
            <a:ext cx="6716700" cy="9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1" i="0" sz="3400">
                <a:solidFill>
                  <a:srgbClr val="484E5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78" name="Google Shape;78;p18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79" name="Google Shape;79;p18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2" type="sldNum"/>
          </p:nvPr>
        </p:nvSpPr>
        <p:spPr>
          <a:xfrm>
            <a:off x="658368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showMasterSp="0">
  <p:cSld name="Two Content">
    <p:bg>
      <p:bgPr>
        <a:solidFill>
          <a:schemeClr val="lt1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9"/>
          <p:cNvSpPr txBox="1"/>
          <p:nvPr>
            <p:ph type="title"/>
          </p:nvPr>
        </p:nvSpPr>
        <p:spPr>
          <a:xfrm>
            <a:off x="1213608" y="2625452"/>
            <a:ext cx="6716700" cy="9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1" i="0" sz="3400">
                <a:solidFill>
                  <a:srgbClr val="484E5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83" name="Google Shape;83;p19"/>
          <p:cNvSpPr txBox="1"/>
          <p:nvPr>
            <p:ph idx="1" type="body"/>
          </p:nvPr>
        </p:nvSpPr>
        <p:spPr>
          <a:xfrm>
            <a:off x="45720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1pPr>
            <a:lvl2pPr indent="-228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indent="-228600" lvl="2" marL="1371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indent="-228600" lvl="3" marL="1828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indent="-228600" lvl="4" marL="228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indent="-228600" lvl="5" marL="2743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indent="-228600" lvl="6" marL="3200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indent="-228600" lvl="8" marL="4114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84" name="Google Shape;84;p19"/>
          <p:cNvSpPr txBox="1"/>
          <p:nvPr>
            <p:ph idx="2" type="body"/>
          </p:nvPr>
        </p:nvSpPr>
        <p:spPr>
          <a:xfrm>
            <a:off x="470916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1pPr>
            <a:lvl2pPr indent="-228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indent="-228600" lvl="2" marL="1371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indent="-228600" lvl="3" marL="1828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indent="-228600" lvl="4" marL="228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indent="-228600" lvl="5" marL="2743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indent="-228600" lvl="6" marL="3200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indent="-228600" lvl="8" marL="41148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85" name="Google Shape;85;p19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86" name="Google Shape;86;p19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2" type="sldNum"/>
          </p:nvPr>
        </p:nvSpPr>
        <p:spPr>
          <a:xfrm>
            <a:off x="658368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0"/>
          <p:cNvSpPr txBox="1"/>
          <p:nvPr>
            <p:ph type="ctrTitle"/>
          </p:nvPr>
        </p:nvSpPr>
        <p:spPr>
          <a:xfrm>
            <a:off x="685800" y="1594485"/>
            <a:ext cx="77724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90" name="Google Shape;90;p20"/>
          <p:cNvSpPr txBox="1"/>
          <p:nvPr>
            <p:ph idx="1" type="subTitle"/>
          </p:nvPr>
        </p:nvSpPr>
        <p:spPr>
          <a:xfrm>
            <a:off x="1371600" y="2880360"/>
            <a:ext cx="64008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91" name="Google Shape;91;p20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92" name="Google Shape;92;p20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93" name="Google Shape;93;p20"/>
          <p:cNvSpPr txBox="1"/>
          <p:nvPr>
            <p:ph idx="12" type="sldNum"/>
          </p:nvPr>
        </p:nvSpPr>
        <p:spPr>
          <a:xfrm>
            <a:off x="658368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>
  <p:cSld name="Blank">
    <p:bg>
      <p:bgPr>
        <a:solidFill>
          <a:schemeClr val="lt1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1"/>
          <p:cNvSpPr/>
          <p:nvPr/>
        </p:nvSpPr>
        <p:spPr>
          <a:xfrm>
            <a:off x="703659" y="2317790"/>
            <a:ext cx="750094" cy="515620"/>
          </a:xfrm>
          <a:custGeom>
            <a:rect b="b" l="l" r="r" t="t"/>
            <a:pathLst>
              <a:path extrusionOk="0" h="1016000" w="1333500">
                <a:moveTo>
                  <a:pt x="1333500" y="1016000"/>
                </a:moveTo>
                <a:lnTo>
                  <a:pt x="0" y="1016000"/>
                </a:lnTo>
                <a:lnTo>
                  <a:pt x="0" y="0"/>
                </a:lnTo>
                <a:lnTo>
                  <a:pt x="1333500" y="0"/>
                </a:lnTo>
                <a:lnTo>
                  <a:pt x="1333500" y="1016000"/>
                </a:lnTo>
                <a:close/>
              </a:path>
            </a:pathLst>
          </a:custGeom>
          <a:solidFill>
            <a:srgbClr val="F3F3F3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1"/>
          <p:cNvSpPr/>
          <p:nvPr/>
        </p:nvSpPr>
        <p:spPr>
          <a:xfrm>
            <a:off x="703659" y="2317790"/>
            <a:ext cx="750094" cy="515620"/>
          </a:xfrm>
          <a:custGeom>
            <a:rect b="b" l="l" r="r" t="t"/>
            <a:pathLst>
              <a:path extrusionOk="0" h="1016000" w="1333500">
                <a:moveTo>
                  <a:pt x="1333500" y="1016000"/>
                </a:moveTo>
                <a:lnTo>
                  <a:pt x="0" y="1016000"/>
                </a:lnTo>
                <a:lnTo>
                  <a:pt x="0" y="0"/>
                </a:lnTo>
                <a:lnTo>
                  <a:pt x="1333500" y="0"/>
                </a:lnTo>
                <a:lnTo>
                  <a:pt x="1333500" y="1016000"/>
                </a:lnTo>
                <a:close/>
              </a:path>
            </a:pathLst>
          </a:custGeom>
          <a:noFill/>
          <a:ln cap="flat" cmpd="sng" w="38100">
            <a:solidFill>
              <a:srgbClr val="484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1"/>
          <p:cNvSpPr/>
          <p:nvPr/>
        </p:nvSpPr>
        <p:spPr>
          <a:xfrm>
            <a:off x="1696641" y="2324219"/>
            <a:ext cx="750094" cy="509175"/>
          </a:xfrm>
          <a:custGeom>
            <a:rect b="b" l="l" r="r" t="t"/>
            <a:pathLst>
              <a:path extrusionOk="0" h="1003300" w="1333500">
                <a:moveTo>
                  <a:pt x="1333500" y="1003300"/>
                </a:moveTo>
                <a:lnTo>
                  <a:pt x="0" y="1003300"/>
                </a:lnTo>
                <a:lnTo>
                  <a:pt x="0" y="0"/>
                </a:lnTo>
                <a:lnTo>
                  <a:pt x="1333500" y="0"/>
                </a:lnTo>
                <a:lnTo>
                  <a:pt x="1333500" y="1003300"/>
                </a:lnTo>
                <a:close/>
              </a:path>
            </a:pathLst>
          </a:custGeom>
          <a:noFill/>
          <a:ln cap="flat" cmpd="sng" w="38100">
            <a:solidFill>
              <a:srgbClr val="484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1"/>
          <p:cNvSpPr/>
          <p:nvPr/>
        </p:nvSpPr>
        <p:spPr>
          <a:xfrm>
            <a:off x="2703909" y="2324219"/>
            <a:ext cx="742950" cy="509175"/>
          </a:xfrm>
          <a:custGeom>
            <a:rect b="b" l="l" r="r" t="t"/>
            <a:pathLst>
              <a:path extrusionOk="0" h="1003300" w="1320800">
                <a:moveTo>
                  <a:pt x="1320800" y="1003300"/>
                </a:moveTo>
                <a:lnTo>
                  <a:pt x="0" y="1003300"/>
                </a:lnTo>
                <a:lnTo>
                  <a:pt x="0" y="0"/>
                </a:lnTo>
                <a:lnTo>
                  <a:pt x="1320800" y="0"/>
                </a:lnTo>
                <a:lnTo>
                  <a:pt x="1320800" y="1003300"/>
                </a:lnTo>
                <a:close/>
              </a:path>
            </a:pathLst>
          </a:custGeom>
          <a:noFill/>
          <a:ln cap="flat" cmpd="sng" w="38100">
            <a:solidFill>
              <a:srgbClr val="484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1"/>
          <p:cNvSpPr/>
          <p:nvPr/>
        </p:nvSpPr>
        <p:spPr>
          <a:xfrm>
            <a:off x="2703909" y="1578412"/>
            <a:ext cx="742950" cy="515620"/>
          </a:xfrm>
          <a:custGeom>
            <a:rect b="b" l="l" r="r" t="t"/>
            <a:pathLst>
              <a:path extrusionOk="0" h="1016000" w="1320800">
                <a:moveTo>
                  <a:pt x="1320800" y="1016000"/>
                </a:moveTo>
                <a:lnTo>
                  <a:pt x="0" y="1016000"/>
                </a:lnTo>
                <a:lnTo>
                  <a:pt x="0" y="0"/>
                </a:lnTo>
                <a:lnTo>
                  <a:pt x="1320800" y="0"/>
                </a:lnTo>
                <a:lnTo>
                  <a:pt x="1320800" y="1016000"/>
                </a:lnTo>
                <a:close/>
              </a:path>
            </a:pathLst>
          </a:custGeom>
          <a:noFill/>
          <a:ln cap="flat" cmpd="sng" w="38100">
            <a:solidFill>
              <a:srgbClr val="484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1"/>
          <p:cNvSpPr/>
          <p:nvPr/>
        </p:nvSpPr>
        <p:spPr>
          <a:xfrm>
            <a:off x="1450181" y="2574965"/>
            <a:ext cx="250031" cy="0"/>
          </a:xfrm>
          <a:custGeom>
            <a:rect b="b" l="l" r="r" t="t"/>
            <a:pathLst>
              <a:path extrusionOk="0" h="120000" w="444500">
                <a:moveTo>
                  <a:pt x="0" y="0"/>
                </a:moveTo>
                <a:lnTo>
                  <a:pt x="444500" y="0"/>
                </a:lnTo>
              </a:path>
            </a:pathLst>
          </a:custGeom>
          <a:noFill/>
          <a:ln cap="flat" cmpd="sng" w="38100">
            <a:solidFill>
              <a:srgbClr val="484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1"/>
          <p:cNvSpPr/>
          <p:nvPr/>
        </p:nvSpPr>
        <p:spPr>
          <a:xfrm>
            <a:off x="1432784" y="2557890"/>
            <a:ext cx="40200" cy="3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1"/>
          <p:cNvSpPr/>
          <p:nvPr/>
        </p:nvSpPr>
        <p:spPr>
          <a:xfrm>
            <a:off x="1676747" y="2557890"/>
            <a:ext cx="40200" cy="360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1"/>
          <p:cNvSpPr/>
          <p:nvPr/>
        </p:nvSpPr>
        <p:spPr>
          <a:xfrm>
            <a:off x="2428918" y="2557890"/>
            <a:ext cx="40200" cy="36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1"/>
          <p:cNvSpPr/>
          <p:nvPr/>
        </p:nvSpPr>
        <p:spPr>
          <a:xfrm>
            <a:off x="2677952" y="2557890"/>
            <a:ext cx="40200" cy="36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1"/>
          <p:cNvSpPr/>
          <p:nvPr/>
        </p:nvSpPr>
        <p:spPr>
          <a:xfrm>
            <a:off x="2450306" y="2574965"/>
            <a:ext cx="250031" cy="0"/>
          </a:xfrm>
          <a:custGeom>
            <a:rect b="b" l="l" r="r" t="t"/>
            <a:pathLst>
              <a:path extrusionOk="0" h="120000" w="444500">
                <a:moveTo>
                  <a:pt x="444500" y="0"/>
                </a:moveTo>
                <a:lnTo>
                  <a:pt x="0" y="0"/>
                </a:lnTo>
              </a:path>
            </a:pathLst>
          </a:custGeom>
          <a:noFill/>
          <a:ln cap="flat" cmpd="sng" w="38100">
            <a:solidFill>
              <a:srgbClr val="484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1"/>
          <p:cNvSpPr/>
          <p:nvPr/>
        </p:nvSpPr>
        <p:spPr>
          <a:xfrm>
            <a:off x="3700463" y="2321004"/>
            <a:ext cx="750094" cy="515620"/>
          </a:xfrm>
          <a:custGeom>
            <a:rect b="b" l="l" r="r" t="t"/>
            <a:pathLst>
              <a:path extrusionOk="0" h="1016000" w="1333500">
                <a:moveTo>
                  <a:pt x="1333500" y="1016000"/>
                </a:moveTo>
                <a:lnTo>
                  <a:pt x="0" y="1016000"/>
                </a:lnTo>
                <a:lnTo>
                  <a:pt x="0" y="0"/>
                </a:lnTo>
                <a:lnTo>
                  <a:pt x="1333500" y="0"/>
                </a:lnTo>
                <a:lnTo>
                  <a:pt x="1333500" y="1016000"/>
                </a:lnTo>
                <a:close/>
              </a:path>
            </a:pathLst>
          </a:custGeom>
          <a:solidFill>
            <a:srgbClr val="7B8698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1"/>
          <p:cNvSpPr/>
          <p:nvPr/>
        </p:nvSpPr>
        <p:spPr>
          <a:xfrm>
            <a:off x="3430592" y="2557890"/>
            <a:ext cx="40200" cy="36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1"/>
          <p:cNvSpPr/>
          <p:nvPr/>
        </p:nvSpPr>
        <p:spPr>
          <a:xfrm>
            <a:off x="3679625" y="2557890"/>
            <a:ext cx="40200" cy="36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1"/>
          <p:cNvSpPr/>
          <p:nvPr/>
        </p:nvSpPr>
        <p:spPr>
          <a:xfrm>
            <a:off x="4050410" y="2303873"/>
            <a:ext cx="40200" cy="36000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1"/>
          <p:cNvSpPr/>
          <p:nvPr/>
        </p:nvSpPr>
        <p:spPr>
          <a:xfrm>
            <a:off x="3450431" y="2574965"/>
            <a:ext cx="250031" cy="0"/>
          </a:xfrm>
          <a:custGeom>
            <a:rect b="b" l="l" r="r" t="t"/>
            <a:pathLst>
              <a:path extrusionOk="0" h="120000" w="444500">
                <a:moveTo>
                  <a:pt x="444500" y="0"/>
                </a:moveTo>
                <a:lnTo>
                  <a:pt x="0" y="0"/>
                </a:lnTo>
              </a:path>
            </a:pathLst>
          </a:custGeom>
          <a:noFill/>
          <a:ln cap="flat" cmpd="sng" w="38100">
            <a:solidFill>
              <a:srgbClr val="484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1"/>
          <p:cNvSpPr/>
          <p:nvPr/>
        </p:nvSpPr>
        <p:spPr>
          <a:xfrm>
            <a:off x="4697016" y="2324219"/>
            <a:ext cx="742950" cy="515620"/>
          </a:xfrm>
          <a:custGeom>
            <a:rect b="b" l="l" r="r" t="t"/>
            <a:pathLst>
              <a:path extrusionOk="0" h="1016000" w="1320800">
                <a:moveTo>
                  <a:pt x="1320800" y="1016000"/>
                </a:moveTo>
                <a:lnTo>
                  <a:pt x="0" y="1016000"/>
                </a:lnTo>
                <a:lnTo>
                  <a:pt x="0" y="0"/>
                </a:lnTo>
                <a:lnTo>
                  <a:pt x="1320800" y="0"/>
                </a:lnTo>
                <a:lnTo>
                  <a:pt x="1320800" y="1016000"/>
                </a:lnTo>
                <a:close/>
              </a:path>
            </a:pathLst>
          </a:custGeom>
          <a:noFill/>
          <a:ln cap="flat" cmpd="sng" w="38100">
            <a:solidFill>
              <a:srgbClr val="95CE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1"/>
          <p:cNvSpPr/>
          <p:nvPr/>
        </p:nvSpPr>
        <p:spPr>
          <a:xfrm>
            <a:off x="4693444" y="3060383"/>
            <a:ext cx="757238" cy="515620"/>
          </a:xfrm>
          <a:custGeom>
            <a:rect b="b" l="l" r="r" t="t"/>
            <a:pathLst>
              <a:path extrusionOk="0" h="1016000" w="1346200">
                <a:moveTo>
                  <a:pt x="1346200" y="1016000"/>
                </a:moveTo>
                <a:lnTo>
                  <a:pt x="0" y="1016000"/>
                </a:lnTo>
                <a:lnTo>
                  <a:pt x="0" y="0"/>
                </a:lnTo>
                <a:lnTo>
                  <a:pt x="1346200" y="0"/>
                </a:lnTo>
                <a:lnTo>
                  <a:pt x="1346200" y="1016000"/>
                </a:lnTo>
                <a:close/>
              </a:path>
            </a:pathLst>
          </a:custGeom>
          <a:solidFill>
            <a:srgbClr val="B5B7B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1"/>
          <p:cNvSpPr/>
          <p:nvPr/>
        </p:nvSpPr>
        <p:spPr>
          <a:xfrm>
            <a:off x="4426733" y="2557890"/>
            <a:ext cx="40200" cy="3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1"/>
          <p:cNvSpPr/>
          <p:nvPr/>
        </p:nvSpPr>
        <p:spPr>
          <a:xfrm>
            <a:off x="4675767" y="2557890"/>
            <a:ext cx="40200" cy="36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21"/>
          <p:cNvSpPr/>
          <p:nvPr/>
        </p:nvSpPr>
        <p:spPr>
          <a:xfrm>
            <a:off x="4450556" y="2574965"/>
            <a:ext cx="242888" cy="0"/>
          </a:xfrm>
          <a:custGeom>
            <a:rect b="b" l="l" r="r" t="t"/>
            <a:pathLst>
              <a:path extrusionOk="0" h="120000" w="431800">
                <a:moveTo>
                  <a:pt x="431800" y="0"/>
                </a:moveTo>
                <a:lnTo>
                  <a:pt x="0" y="0"/>
                </a:lnTo>
              </a:path>
            </a:pathLst>
          </a:custGeom>
          <a:noFill/>
          <a:ln cap="flat" cmpd="sng" w="38100">
            <a:solidFill>
              <a:srgbClr val="484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1"/>
          <p:cNvSpPr/>
          <p:nvPr/>
        </p:nvSpPr>
        <p:spPr>
          <a:xfrm>
            <a:off x="5700713" y="2321004"/>
            <a:ext cx="750094" cy="515620"/>
          </a:xfrm>
          <a:custGeom>
            <a:rect b="b" l="l" r="r" t="t"/>
            <a:pathLst>
              <a:path extrusionOk="0" h="1016000" w="1333500">
                <a:moveTo>
                  <a:pt x="1333500" y="1016000"/>
                </a:moveTo>
                <a:lnTo>
                  <a:pt x="0" y="1016000"/>
                </a:lnTo>
                <a:lnTo>
                  <a:pt x="0" y="0"/>
                </a:lnTo>
                <a:lnTo>
                  <a:pt x="1333500" y="0"/>
                </a:lnTo>
                <a:lnTo>
                  <a:pt x="1333500" y="1016000"/>
                </a:lnTo>
                <a:close/>
              </a:path>
            </a:pathLst>
          </a:custGeom>
          <a:solidFill>
            <a:srgbClr val="7B8698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21"/>
          <p:cNvSpPr/>
          <p:nvPr/>
        </p:nvSpPr>
        <p:spPr>
          <a:xfrm>
            <a:off x="5433939" y="2557890"/>
            <a:ext cx="40200" cy="36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1"/>
          <p:cNvSpPr/>
          <p:nvPr/>
        </p:nvSpPr>
        <p:spPr>
          <a:xfrm>
            <a:off x="5682973" y="2557890"/>
            <a:ext cx="40200" cy="36000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21"/>
          <p:cNvSpPr/>
          <p:nvPr/>
        </p:nvSpPr>
        <p:spPr>
          <a:xfrm>
            <a:off x="5457825" y="2574965"/>
            <a:ext cx="242888" cy="0"/>
          </a:xfrm>
          <a:custGeom>
            <a:rect b="b" l="l" r="r" t="t"/>
            <a:pathLst>
              <a:path extrusionOk="0" h="120000" w="431800">
                <a:moveTo>
                  <a:pt x="431800" y="0"/>
                </a:moveTo>
                <a:lnTo>
                  <a:pt x="0" y="0"/>
                </a:lnTo>
              </a:path>
            </a:pathLst>
          </a:custGeom>
          <a:noFill/>
          <a:ln cap="flat" cmpd="sng" w="38100">
            <a:solidFill>
              <a:srgbClr val="484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1"/>
          <p:cNvSpPr/>
          <p:nvPr/>
        </p:nvSpPr>
        <p:spPr>
          <a:xfrm>
            <a:off x="6697266" y="2324219"/>
            <a:ext cx="750094" cy="515620"/>
          </a:xfrm>
          <a:custGeom>
            <a:rect b="b" l="l" r="r" t="t"/>
            <a:pathLst>
              <a:path extrusionOk="0" h="1016000" w="1333500">
                <a:moveTo>
                  <a:pt x="1333500" y="1016000"/>
                </a:moveTo>
                <a:lnTo>
                  <a:pt x="0" y="1016000"/>
                </a:lnTo>
                <a:lnTo>
                  <a:pt x="0" y="0"/>
                </a:lnTo>
                <a:lnTo>
                  <a:pt x="1333500" y="0"/>
                </a:lnTo>
                <a:lnTo>
                  <a:pt x="1333500" y="1016000"/>
                </a:lnTo>
                <a:close/>
              </a:path>
            </a:pathLst>
          </a:custGeom>
          <a:noFill/>
          <a:ln cap="flat" cmpd="sng" w="38100">
            <a:solidFill>
              <a:srgbClr val="95CE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21"/>
          <p:cNvSpPr/>
          <p:nvPr/>
        </p:nvSpPr>
        <p:spPr>
          <a:xfrm>
            <a:off x="6430073" y="2557890"/>
            <a:ext cx="40200" cy="360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1"/>
          <p:cNvSpPr/>
          <p:nvPr/>
        </p:nvSpPr>
        <p:spPr>
          <a:xfrm>
            <a:off x="6679115" y="2557890"/>
            <a:ext cx="40200" cy="36000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21"/>
          <p:cNvSpPr/>
          <p:nvPr/>
        </p:nvSpPr>
        <p:spPr>
          <a:xfrm>
            <a:off x="6450806" y="2574965"/>
            <a:ext cx="250031" cy="0"/>
          </a:xfrm>
          <a:custGeom>
            <a:rect b="b" l="l" r="r" t="t"/>
            <a:pathLst>
              <a:path extrusionOk="0" h="120000" w="444500">
                <a:moveTo>
                  <a:pt x="444500" y="0"/>
                </a:moveTo>
                <a:lnTo>
                  <a:pt x="0" y="0"/>
                </a:lnTo>
              </a:path>
            </a:pathLst>
          </a:custGeom>
          <a:noFill/>
          <a:ln cap="flat" cmpd="sng" w="38100">
            <a:solidFill>
              <a:srgbClr val="484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21"/>
          <p:cNvSpPr/>
          <p:nvPr/>
        </p:nvSpPr>
        <p:spPr>
          <a:xfrm>
            <a:off x="7690247" y="2324219"/>
            <a:ext cx="750094" cy="515620"/>
          </a:xfrm>
          <a:custGeom>
            <a:rect b="b" l="l" r="r" t="t"/>
            <a:pathLst>
              <a:path extrusionOk="0" h="1016000" w="1333500">
                <a:moveTo>
                  <a:pt x="1333500" y="1016000"/>
                </a:moveTo>
                <a:lnTo>
                  <a:pt x="0" y="1016000"/>
                </a:lnTo>
                <a:lnTo>
                  <a:pt x="0" y="0"/>
                </a:lnTo>
                <a:lnTo>
                  <a:pt x="1333500" y="0"/>
                </a:lnTo>
                <a:lnTo>
                  <a:pt x="1333500" y="1016000"/>
                </a:lnTo>
                <a:close/>
              </a:path>
            </a:pathLst>
          </a:custGeom>
          <a:noFill/>
          <a:ln cap="flat" cmpd="sng" w="38100">
            <a:solidFill>
              <a:srgbClr val="95CE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21"/>
          <p:cNvSpPr/>
          <p:nvPr/>
        </p:nvSpPr>
        <p:spPr>
          <a:xfrm>
            <a:off x="7426216" y="2557890"/>
            <a:ext cx="40200" cy="36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1"/>
          <p:cNvSpPr/>
          <p:nvPr/>
        </p:nvSpPr>
        <p:spPr>
          <a:xfrm>
            <a:off x="7675249" y="2557890"/>
            <a:ext cx="40200" cy="360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21"/>
          <p:cNvSpPr/>
          <p:nvPr/>
        </p:nvSpPr>
        <p:spPr>
          <a:xfrm>
            <a:off x="7443788" y="2574965"/>
            <a:ext cx="250031" cy="0"/>
          </a:xfrm>
          <a:custGeom>
            <a:rect b="b" l="l" r="r" t="t"/>
            <a:pathLst>
              <a:path extrusionOk="0" h="120000" w="444500">
                <a:moveTo>
                  <a:pt x="444500" y="0"/>
                </a:moveTo>
                <a:lnTo>
                  <a:pt x="0" y="0"/>
                </a:lnTo>
              </a:path>
            </a:pathLst>
          </a:custGeom>
          <a:noFill/>
          <a:ln cap="flat" cmpd="sng" w="38100">
            <a:solidFill>
              <a:srgbClr val="484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21"/>
          <p:cNvSpPr/>
          <p:nvPr/>
        </p:nvSpPr>
        <p:spPr>
          <a:xfrm>
            <a:off x="3430592" y="1815768"/>
            <a:ext cx="40200" cy="36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1"/>
          <p:cNvSpPr/>
          <p:nvPr/>
        </p:nvSpPr>
        <p:spPr>
          <a:xfrm>
            <a:off x="4050410" y="1815768"/>
            <a:ext cx="40200" cy="360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1"/>
          <p:cNvSpPr/>
          <p:nvPr/>
        </p:nvSpPr>
        <p:spPr>
          <a:xfrm>
            <a:off x="3450431" y="1835587"/>
            <a:ext cx="621506" cy="0"/>
          </a:xfrm>
          <a:custGeom>
            <a:rect b="b" l="l" r="r" t="t"/>
            <a:pathLst>
              <a:path extrusionOk="0" h="120000" w="1104900">
                <a:moveTo>
                  <a:pt x="1104900" y="0"/>
                </a:moveTo>
                <a:lnTo>
                  <a:pt x="0" y="0"/>
                </a:lnTo>
              </a:path>
            </a:pathLst>
          </a:custGeom>
          <a:noFill/>
          <a:ln cap="flat" cmpd="sng" w="38100">
            <a:solidFill>
              <a:srgbClr val="484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21"/>
          <p:cNvSpPr/>
          <p:nvPr/>
        </p:nvSpPr>
        <p:spPr>
          <a:xfrm>
            <a:off x="4068366" y="1838801"/>
            <a:ext cx="0" cy="483394"/>
          </a:xfrm>
          <a:custGeom>
            <a:rect b="b" l="l" r="r" t="t"/>
            <a:pathLst>
              <a:path extrusionOk="0" h="952500" w="120000">
                <a:moveTo>
                  <a:pt x="0" y="0"/>
                </a:moveTo>
                <a:lnTo>
                  <a:pt x="0" y="952500"/>
                </a:lnTo>
              </a:path>
            </a:pathLst>
          </a:custGeom>
          <a:noFill/>
          <a:ln cap="flat" cmpd="sng" w="38100">
            <a:solidFill>
              <a:srgbClr val="484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1"/>
          <p:cNvSpPr/>
          <p:nvPr/>
        </p:nvSpPr>
        <p:spPr>
          <a:xfrm>
            <a:off x="6048232" y="2821877"/>
            <a:ext cx="40200" cy="36000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1"/>
          <p:cNvSpPr/>
          <p:nvPr/>
        </p:nvSpPr>
        <p:spPr>
          <a:xfrm>
            <a:off x="5428414" y="3309983"/>
            <a:ext cx="40200" cy="3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1"/>
          <p:cNvSpPr/>
          <p:nvPr/>
        </p:nvSpPr>
        <p:spPr>
          <a:xfrm>
            <a:off x="6048232" y="3309983"/>
            <a:ext cx="40200" cy="36000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1"/>
          <p:cNvSpPr/>
          <p:nvPr/>
        </p:nvSpPr>
        <p:spPr>
          <a:xfrm>
            <a:off x="5450681" y="3327202"/>
            <a:ext cx="621506" cy="0"/>
          </a:xfrm>
          <a:custGeom>
            <a:rect b="b" l="l" r="r" t="t"/>
            <a:pathLst>
              <a:path extrusionOk="0" h="120000" w="1104900">
                <a:moveTo>
                  <a:pt x="1104900" y="0"/>
                </a:moveTo>
                <a:lnTo>
                  <a:pt x="0" y="0"/>
                </a:lnTo>
              </a:path>
            </a:pathLst>
          </a:custGeom>
          <a:noFill/>
          <a:ln cap="flat" cmpd="sng" w="38100">
            <a:solidFill>
              <a:srgbClr val="484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1"/>
          <p:cNvSpPr/>
          <p:nvPr/>
        </p:nvSpPr>
        <p:spPr>
          <a:xfrm>
            <a:off x="6068616" y="2835354"/>
            <a:ext cx="0" cy="489839"/>
          </a:xfrm>
          <a:custGeom>
            <a:rect b="b" l="l" r="r" t="t"/>
            <a:pathLst>
              <a:path extrusionOk="0" h="965200" w="120000">
                <a:moveTo>
                  <a:pt x="0" y="965200"/>
                </a:moveTo>
                <a:lnTo>
                  <a:pt x="0" y="0"/>
                </a:lnTo>
              </a:path>
            </a:pathLst>
          </a:custGeom>
          <a:noFill/>
          <a:ln cap="flat" cmpd="sng" w="38100">
            <a:solidFill>
              <a:srgbClr val="484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1"/>
          <p:cNvSpPr/>
          <p:nvPr/>
        </p:nvSpPr>
        <p:spPr>
          <a:xfrm>
            <a:off x="988818" y="2227778"/>
            <a:ext cx="171450" cy="154686"/>
          </a:xfrm>
          <a:custGeom>
            <a:rect b="b" l="l" r="r" t="t"/>
            <a:pathLst>
              <a:path extrusionOk="0" h="304800" w="304800">
                <a:moveTo>
                  <a:pt x="152400" y="0"/>
                </a:move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close/>
              </a:path>
            </a:pathLst>
          </a:custGeom>
          <a:solidFill>
            <a:srgbClr val="F3F3F3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1"/>
          <p:cNvSpPr/>
          <p:nvPr/>
        </p:nvSpPr>
        <p:spPr>
          <a:xfrm>
            <a:off x="988818" y="2227778"/>
            <a:ext cx="171450" cy="154686"/>
          </a:xfrm>
          <a:custGeom>
            <a:rect b="b" l="l" r="r" t="t"/>
            <a:pathLst>
              <a:path extrusionOk="0" h="304800" w="304800">
                <a:moveTo>
                  <a:pt x="152400" y="304800"/>
                </a:move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close/>
              </a:path>
            </a:pathLst>
          </a:custGeom>
          <a:noFill/>
          <a:ln cap="flat" cmpd="sng" w="38100">
            <a:solidFill>
              <a:srgbClr val="484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1"/>
          <p:cNvSpPr/>
          <p:nvPr/>
        </p:nvSpPr>
        <p:spPr>
          <a:xfrm>
            <a:off x="1986132" y="2227778"/>
            <a:ext cx="171450" cy="154686"/>
          </a:xfrm>
          <a:custGeom>
            <a:rect b="b" l="l" r="r" t="t"/>
            <a:pathLst>
              <a:path extrusionOk="0" h="304800" w="304800">
                <a:moveTo>
                  <a:pt x="152400" y="0"/>
                </a:move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close/>
              </a:path>
            </a:pathLst>
          </a:custGeom>
          <a:solidFill>
            <a:srgbClr val="F3F3F3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21"/>
          <p:cNvSpPr/>
          <p:nvPr/>
        </p:nvSpPr>
        <p:spPr>
          <a:xfrm>
            <a:off x="1986132" y="2227778"/>
            <a:ext cx="171450" cy="154686"/>
          </a:xfrm>
          <a:custGeom>
            <a:rect b="b" l="l" r="r" t="t"/>
            <a:pathLst>
              <a:path extrusionOk="0" h="304800" w="304800">
                <a:moveTo>
                  <a:pt x="152400" y="304800"/>
                </a:move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close/>
              </a:path>
            </a:pathLst>
          </a:custGeom>
          <a:noFill/>
          <a:ln cap="flat" cmpd="sng" w="38100">
            <a:solidFill>
              <a:srgbClr val="484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1"/>
          <p:cNvSpPr/>
          <p:nvPr/>
        </p:nvSpPr>
        <p:spPr>
          <a:xfrm>
            <a:off x="2988506" y="2227778"/>
            <a:ext cx="171450" cy="154686"/>
          </a:xfrm>
          <a:custGeom>
            <a:rect b="b" l="l" r="r" t="t"/>
            <a:pathLst>
              <a:path extrusionOk="0" h="304800" w="304800">
                <a:moveTo>
                  <a:pt x="152400" y="0"/>
                </a:move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close/>
              </a:path>
            </a:pathLst>
          </a:custGeom>
          <a:solidFill>
            <a:srgbClr val="F3F3F3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1"/>
          <p:cNvSpPr/>
          <p:nvPr/>
        </p:nvSpPr>
        <p:spPr>
          <a:xfrm>
            <a:off x="2988506" y="2227778"/>
            <a:ext cx="171450" cy="154686"/>
          </a:xfrm>
          <a:custGeom>
            <a:rect b="b" l="l" r="r" t="t"/>
            <a:pathLst>
              <a:path extrusionOk="0" h="304800" w="304800">
                <a:moveTo>
                  <a:pt x="152400" y="304800"/>
                </a:move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close/>
              </a:path>
            </a:pathLst>
          </a:custGeom>
          <a:noFill/>
          <a:ln cap="flat" cmpd="sng" w="38100">
            <a:solidFill>
              <a:srgbClr val="484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21"/>
          <p:cNvSpPr/>
          <p:nvPr/>
        </p:nvSpPr>
        <p:spPr>
          <a:xfrm>
            <a:off x="4983130" y="2227778"/>
            <a:ext cx="171450" cy="154686"/>
          </a:xfrm>
          <a:custGeom>
            <a:rect b="b" l="l" r="r" t="t"/>
            <a:pathLst>
              <a:path extrusionOk="0" h="304800" w="304800">
                <a:moveTo>
                  <a:pt x="152400" y="0"/>
                </a:move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close/>
              </a:path>
            </a:pathLst>
          </a:custGeom>
          <a:solidFill>
            <a:srgbClr val="F3F3F3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1"/>
          <p:cNvSpPr/>
          <p:nvPr/>
        </p:nvSpPr>
        <p:spPr>
          <a:xfrm>
            <a:off x="4983130" y="2227778"/>
            <a:ext cx="171450" cy="154686"/>
          </a:xfrm>
          <a:custGeom>
            <a:rect b="b" l="l" r="r" t="t"/>
            <a:pathLst>
              <a:path extrusionOk="0" h="304800" w="304800">
                <a:moveTo>
                  <a:pt x="152400" y="304800"/>
                </a:move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close/>
              </a:path>
            </a:pathLst>
          </a:custGeom>
          <a:noFill/>
          <a:ln cap="flat" cmpd="sng" w="38100">
            <a:solidFill>
              <a:srgbClr val="95CE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21"/>
          <p:cNvSpPr/>
          <p:nvPr/>
        </p:nvSpPr>
        <p:spPr>
          <a:xfrm>
            <a:off x="6987882" y="2227778"/>
            <a:ext cx="171450" cy="154686"/>
          </a:xfrm>
          <a:custGeom>
            <a:rect b="b" l="l" r="r" t="t"/>
            <a:pathLst>
              <a:path extrusionOk="0" h="304800" w="304800">
                <a:moveTo>
                  <a:pt x="152400" y="0"/>
                </a:move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close/>
              </a:path>
            </a:pathLst>
          </a:custGeom>
          <a:solidFill>
            <a:srgbClr val="F3F3F3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1"/>
          <p:cNvSpPr/>
          <p:nvPr/>
        </p:nvSpPr>
        <p:spPr>
          <a:xfrm>
            <a:off x="6987882" y="2227778"/>
            <a:ext cx="171450" cy="154686"/>
          </a:xfrm>
          <a:custGeom>
            <a:rect b="b" l="l" r="r" t="t"/>
            <a:pathLst>
              <a:path extrusionOk="0" h="304800" w="304800">
                <a:moveTo>
                  <a:pt x="152400" y="304800"/>
                </a:move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close/>
              </a:path>
            </a:pathLst>
          </a:custGeom>
          <a:noFill/>
          <a:ln cap="flat" cmpd="sng" w="38100">
            <a:solidFill>
              <a:srgbClr val="95CE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21"/>
          <p:cNvSpPr/>
          <p:nvPr/>
        </p:nvSpPr>
        <p:spPr>
          <a:xfrm>
            <a:off x="7975069" y="2227778"/>
            <a:ext cx="171450" cy="154686"/>
          </a:xfrm>
          <a:custGeom>
            <a:rect b="b" l="l" r="r" t="t"/>
            <a:pathLst>
              <a:path extrusionOk="0" h="304800" w="304800">
                <a:moveTo>
                  <a:pt x="152400" y="0"/>
                </a:move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close/>
              </a:path>
            </a:pathLst>
          </a:custGeom>
          <a:solidFill>
            <a:srgbClr val="F3F3F3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1"/>
          <p:cNvSpPr/>
          <p:nvPr/>
        </p:nvSpPr>
        <p:spPr>
          <a:xfrm>
            <a:off x="7975069" y="2227778"/>
            <a:ext cx="171450" cy="154686"/>
          </a:xfrm>
          <a:custGeom>
            <a:rect b="b" l="l" r="r" t="t"/>
            <a:pathLst>
              <a:path extrusionOk="0" h="304800" w="304800">
                <a:moveTo>
                  <a:pt x="152400" y="304800"/>
                </a:move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close/>
              </a:path>
            </a:pathLst>
          </a:custGeom>
          <a:noFill/>
          <a:ln cap="flat" cmpd="sng" w="38100">
            <a:solidFill>
              <a:srgbClr val="95CE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1"/>
          <p:cNvSpPr/>
          <p:nvPr/>
        </p:nvSpPr>
        <p:spPr>
          <a:xfrm>
            <a:off x="4983130" y="2984115"/>
            <a:ext cx="171450" cy="154686"/>
          </a:xfrm>
          <a:custGeom>
            <a:rect b="b" l="l" r="r" t="t"/>
            <a:pathLst>
              <a:path extrusionOk="0" h="304800" w="304800">
                <a:moveTo>
                  <a:pt x="152400" y="0"/>
                </a:move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close/>
              </a:path>
            </a:pathLst>
          </a:custGeom>
          <a:solidFill>
            <a:srgbClr val="B5B7B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1"/>
          <p:cNvSpPr/>
          <p:nvPr/>
        </p:nvSpPr>
        <p:spPr>
          <a:xfrm>
            <a:off x="4983130" y="2984115"/>
            <a:ext cx="171450" cy="154686"/>
          </a:xfrm>
          <a:custGeom>
            <a:rect b="b" l="l" r="r" t="t"/>
            <a:pathLst>
              <a:path extrusionOk="0" h="304800" w="304800">
                <a:moveTo>
                  <a:pt x="152400" y="304800"/>
                </a:move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close/>
              </a:path>
            </a:pathLst>
          </a:custGeom>
          <a:noFill/>
          <a:ln cap="flat" cmpd="sng" w="38100">
            <a:solidFill>
              <a:srgbClr val="F3F3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1"/>
          <p:cNvSpPr/>
          <p:nvPr/>
        </p:nvSpPr>
        <p:spPr>
          <a:xfrm>
            <a:off x="3986213" y="2758202"/>
            <a:ext cx="171450" cy="154686"/>
          </a:xfrm>
          <a:custGeom>
            <a:rect b="b" l="l" r="r" t="t"/>
            <a:pathLst>
              <a:path extrusionOk="0" h="304800" w="304800">
                <a:moveTo>
                  <a:pt x="152400" y="0"/>
                </a:move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close/>
              </a:path>
            </a:pathLst>
          </a:custGeom>
          <a:solidFill>
            <a:srgbClr val="7B8698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1"/>
          <p:cNvSpPr/>
          <p:nvPr/>
        </p:nvSpPr>
        <p:spPr>
          <a:xfrm>
            <a:off x="3986213" y="2758202"/>
            <a:ext cx="171450" cy="154686"/>
          </a:xfrm>
          <a:custGeom>
            <a:rect b="b" l="l" r="r" t="t"/>
            <a:pathLst>
              <a:path extrusionOk="0" h="304800" w="304800">
                <a:moveTo>
                  <a:pt x="152400" y="304800"/>
                </a:move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close/>
              </a:path>
            </a:pathLst>
          </a:custGeom>
          <a:noFill/>
          <a:ln cap="flat" cmpd="sng" w="38100">
            <a:solidFill>
              <a:srgbClr val="F3F3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21"/>
          <p:cNvSpPr/>
          <p:nvPr/>
        </p:nvSpPr>
        <p:spPr>
          <a:xfrm>
            <a:off x="5985900" y="2247901"/>
            <a:ext cx="171450" cy="154686"/>
          </a:xfrm>
          <a:custGeom>
            <a:rect b="b" l="l" r="r" t="t"/>
            <a:pathLst>
              <a:path extrusionOk="0" h="304800" w="304800">
                <a:moveTo>
                  <a:pt x="152400" y="0"/>
                </a:move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close/>
              </a:path>
            </a:pathLst>
          </a:custGeom>
          <a:solidFill>
            <a:srgbClr val="7B8698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1"/>
          <p:cNvSpPr/>
          <p:nvPr/>
        </p:nvSpPr>
        <p:spPr>
          <a:xfrm>
            <a:off x="5985900" y="2247901"/>
            <a:ext cx="171450" cy="154686"/>
          </a:xfrm>
          <a:custGeom>
            <a:rect b="b" l="l" r="r" t="t"/>
            <a:pathLst>
              <a:path extrusionOk="0" h="304800" w="304800">
                <a:moveTo>
                  <a:pt x="152400" y="304800"/>
                </a:move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close/>
              </a:path>
            </a:pathLst>
          </a:custGeom>
          <a:noFill/>
          <a:ln cap="flat" cmpd="sng" w="38100">
            <a:solidFill>
              <a:srgbClr val="F3F3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1"/>
          <p:cNvSpPr/>
          <p:nvPr/>
        </p:nvSpPr>
        <p:spPr>
          <a:xfrm>
            <a:off x="2988506" y="1503337"/>
            <a:ext cx="171450" cy="154686"/>
          </a:xfrm>
          <a:custGeom>
            <a:rect b="b" l="l" r="r" t="t"/>
            <a:pathLst>
              <a:path extrusionOk="0" h="304800" w="304800">
                <a:moveTo>
                  <a:pt x="152400" y="0"/>
                </a:move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close/>
              </a:path>
            </a:pathLst>
          </a:custGeom>
          <a:solidFill>
            <a:srgbClr val="F3F3F3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1"/>
          <p:cNvSpPr/>
          <p:nvPr/>
        </p:nvSpPr>
        <p:spPr>
          <a:xfrm>
            <a:off x="2988506" y="1503337"/>
            <a:ext cx="171450" cy="154686"/>
          </a:xfrm>
          <a:custGeom>
            <a:rect b="b" l="l" r="r" t="t"/>
            <a:pathLst>
              <a:path extrusionOk="0" h="304800" w="304800">
                <a:moveTo>
                  <a:pt x="152400" y="304800"/>
                </a:moveTo>
                <a:lnTo>
                  <a:pt x="200568" y="297030"/>
                </a:lnTo>
                <a:lnTo>
                  <a:pt x="242403" y="275394"/>
                </a:lnTo>
                <a:lnTo>
                  <a:pt x="275394" y="242403"/>
                </a:lnTo>
                <a:lnTo>
                  <a:pt x="297030" y="200568"/>
                </a:lnTo>
                <a:lnTo>
                  <a:pt x="304800" y="152400"/>
                </a:lnTo>
                <a:lnTo>
                  <a:pt x="297030" y="104231"/>
                </a:lnTo>
                <a:lnTo>
                  <a:pt x="275394" y="62396"/>
                </a:lnTo>
                <a:lnTo>
                  <a:pt x="242403" y="29405"/>
                </a:lnTo>
                <a:lnTo>
                  <a:pt x="200568" y="7769"/>
                </a:lnTo>
                <a:lnTo>
                  <a:pt x="152400" y="0"/>
                </a:lnTo>
                <a:lnTo>
                  <a:pt x="104231" y="7769"/>
                </a:lnTo>
                <a:lnTo>
                  <a:pt x="62396" y="29405"/>
                </a:lnTo>
                <a:lnTo>
                  <a:pt x="29405" y="62396"/>
                </a:lnTo>
                <a:lnTo>
                  <a:pt x="7769" y="104231"/>
                </a:lnTo>
                <a:lnTo>
                  <a:pt x="0" y="152400"/>
                </a:lnTo>
                <a:lnTo>
                  <a:pt x="7769" y="200568"/>
                </a:lnTo>
                <a:lnTo>
                  <a:pt x="29405" y="242403"/>
                </a:lnTo>
                <a:lnTo>
                  <a:pt x="62396" y="275394"/>
                </a:lnTo>
                <a:lnTo>
                  <a:pt x="104231" y="297030"/>
                </a:lnTo>
                <a:lnTo>
                  <a:pt x="152400" y="304800"/>
                </a:lnTo>
                <a:close/>
              </a:path>
            </a:pathLst>
          </a:custGeom>
          <a:noFill/>
          <a:ln cap="flat" cmpd="sng" w="38100">
            <a:solidFill>
              <a:srgbClr val="484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21"/>
          <p:cNvSpPr/>
          <p:nvPr/>
        </p:nvSpPr>
        <p:spPr>
          <a:xfrm>
            <a:off x="788070" y="5017143"/>
            <a:ext cx="7578090" cy="126971"/>
          </a:xfrm>
          <a:custGeom>
            <a:rect b="b" l="l" r="r" t="t"/>
            <a:pathLst>
              <a:path extrusionOk="0" h="250190" w="13472160">
                <a:moveTo>
                  <a:pt x="0" y="249593"/>
                </a:moveTo>
                <a:lnTo>
                  <a:pt x="13471982" y="249593"/>
                </a:lnTo>
                <a:lnTo>
                  <a:pt x="13471982" y="0"/>
                </a:lnTo>
                <a:lnTo>
                  <a:pt x="0" y="0"/>
                </a:lnTo>
                <a:lnTo>
                  <a:pt x="0" y="249593"/>
                </a:lnTo>
                <a:close/>
              </a:path>
            </a:pathLst>
          </a:custGeom>
          <a:solidFill>
            <a:srgbClr val="95CEDE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1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159" name="Google Shape;159;p21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160" name="Google Shape;160;p21"/>
          <p:cNvSpPr txBox="1"/>
          <p:nvPr>
            <p:ph idx="12" type="sldNum"/>
          </p:nvPr>
        </p:nvSpPr>
        <p:spPr>
          <a:xfrm>
            <a:off x="658368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Title and Content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2"/>
          <p:cNvSpPr txBox="1"/>
          <p:nvPr>
            <p:ph type="title"/>
          </p:nvPr>
        </p:nvSpPr>
        <p:spPr>
          <a:xfrm>
            <a:off x="443020" y="1072706"/>
            <a:ext cx="8247300" cy="68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75" lIns="68750" spcFirstLastPara="1" rIns="68750" wrap="square" tIns="34375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2BB46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163" name="Google Shape;163;p22"/>
          <p:cNvSpPr txBox="1"/>
          <p:nvPr>
            <p:ph idx="1" type="body"/>
          </p:nvPr>
        </p:nvSpPr>
        <p:spPr>
          <a:xfrm>
            <a:off x="443020" y="1782952"/>
            <a:ext cx="8247300" cy="29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75" lIns="68750" spcFirstLastPara="1" rIns="68750" wrap="square" tIns="34375">
            <a:noAutofit/>
          </a:bodyPr>
          <a:lstStyle>
            <a:lvl1pPr indent="-228600" lvl="0" marL="457200" rtl="0"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SzPts val="1100"/>
              <a:buNone/>
              <a:defRPr/>
            </a:lvl1pPr>
            <a:lvl2pPr indent="-228600" lvl="1" marL="914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None/>
              <a:defRPr/>
            </a:lvl2pPr>
            <a:lvl3pPr indent="-228600" lvl="2" marL="1371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None/>
              <a:defRPr/>
            </a:lvl3pPr>
            <a:lvl4pPr indent="-228600" lvl="3" marL="1828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None/>
              <a:defRPr/>
            </a:lvl4pPr>
            <a:lvl5pPr indent="-228600" lvl="4" marL="22860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None/>
              <a:defRPr/>
            </a:lvl5pPr>
            <a:lvl6pPr indent="-2286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6pPr>
            <a:lvl7pPr indent="-2286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7pPr>
            <a:lvl8pPr indent="-2286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8pPr>
            <a:lvl9pPr indent="-2286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9pPr>
          </a:lstStyle>
          <a:p/>
        </p:txBody>
      </p:sp>
      <p:sp>
        <p:nvSpPr>
          <p:cNvPr id="164" name="Google Shape;164;p2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buNone/>
              <a:defRPr sz="1300">
                <a:solidFill>
                  <a:schemeClr val="dk1"/>
                </a:solidFill>
              </a:defRPr>
            </a:lvl1pPr>
            <a:lvl2pPr lvl="1">
              <a:buNone/>
              <a:defRPr sz="1300">
                <a:solidFill>
                  <a:schemeClr val="dk1"/>
                </a:solidFill>
              </a:defRPr>
            </a:lvl2pPr>
            <a:lvl3pPr lvl="2">
              <a:buNone/>
              <a:defRPr sz="1300">
                <a:solidFill>
                  <a:schemeClr val="dk1"/>
                </a:solidFill>
              </a:defRPr>
            </a:lvl3pPr>
            <a:lvl4pPr lvl="3">
              <a:buNone/>
              <a:defRPr sz="1300">
                <a:solidFill>
                  <a:schemeClr val="dk1"/>
                </a:solidFill>
              </a:defRPr>
            </a:lvl4pPr>
            <a:lvl5pPr lvl="4">
              <a:buNone/>
              <a:defRPr sz="1300">
                <a:solidFill>
                  <a:schemeClr val="dk1"/>
                </a:solidFill>
              </a:defRPr>
            </a:lvl5pPr>
            <a:lvl6pPr lvl="5">
              <a:buNone/>
              <a:defRPr sz="1300">
                <a:solidFill>
                  <a:schemeClr val="dk1"/>
                </a:solidFill>
              </a:defRPr>
            </a:lvl6pPr>
            <a:lvl7pPr lvl="6">
              <a:buNone/>
              <a:defRPr sz="1300">
                <a:solidFill>
                  <a:schemeClr val="dk1"/>
                </a:solidFill>
              </a:defRPr>
            </a:lvl7pPr>
            <a:lvl8pPr lvl="7">
              <a:buNone/>
              <a:defRPr sz="1300">
                <a:solidFill>
                  <a:schemeClr val="dk1"/>
                </a:solidFill>
              </a:defRPr>
            </a:lvl8pPr>
            <a:lvl9pPr lvl="8">
              <a:buNone/>
              <a:defRPr sz="13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Photo">
  <p:cSld name="Content with Photo"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3"/>
          <p:cNvSpPr txBox="1"/>
          <p:nvPr>
            <p:ph type="title"/>
          </p:nvPr>
        </p:nvSpPr>
        <p:spPr>
          <a:xfrm>
            <a:off x="443020" y="1072706"/>
            <a:ext cx="5778600" cy="68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75" lIns="68750" spcFirstLastPara="1" rIns="68750" wrap="square" tIns="34375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2BB46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  <p:sp>
        <p:nvSpPr>
          <p:cNvPr id="167" name="Google Shape;167;p23"/>
          <p:cNvSpPr txBox="1"/>
          <p:nvPr>
            <p:ph idx="1" type="body"/>
          </p:nvPr>
        </p:nvSpPr>
        <p:spPr>
          <a:xfrm>
            <a:off x="443020" y="1782952"/>
            <a:ext cx="5778600" cy="29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75" lIns="68750" spcFirstLastPara="1" rIns="68750" wrap="square" tIns="34375">
            <a:noAutofit/>
          </a:bodyPr>
          <a:lstStyle>
            <a:lvl1pPr indent="-228600" lvl="0" marL="457200" rtl="0"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SzPts val="1100"/>
              <a:buNone/>
              <a:defRPr/>
            </a:lvl1pPr>
            <a:lvl2pPr indent="-228600" lvl="1" marL="914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None/>
              <a:defRPr/>
            </a:lvl2pPr>
            <a:lvl3pPr indent="-228600" lvl="2" marL="1371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None/>
              <a:defRPr/>
            </a:lvl3pPr>
            <a:lvl4pPr indent="-228600" lvl="3" marL="1828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None/>
              <a:defRPr/>
            </a:lvl4pPr>
            <a:lvl5pPr indent="-228600" lvl="4" marL="22860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None/>
              <a:defRPr/>
            </a:lvl5pPr>
            <a:lvl6pPr indent="-2286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6pPr>
            <a:lvl7pPr indent="-2286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7pPr>
            <a:lvl8pPr indent="-2286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8pPr>
            <a:lvl9pPr indent="-2286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9pPr>
          </a:lstStyle>
          <a:p/>
        </p:txBody>
      </p:sp>
      <p:sp>
        <p:nvSpPr>
          <p:cNvPr id="168" name="Google Shape;168;p23"/>
          <p:cNvSpPr/>
          <p:nvPr>
            <p:ph idx="2" type="pic"/>
          </p:nvPr>
        </p:nvSpPr>
        <p:spPr>
          <a:xfrm>
            <a:off x="6406464" y="1210961"/>
            <a:ext cx="2737500" cy="3534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75" lIns="68750" spcFirstLastPara="1" rIns="68750" wrap="square" tIns="34375">
            <a:noAutofit/>
          </a:bodyPr>
          <a:lstStyle>
            <a:lvl1pPr lvl="0" marR="0" rtl="0"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Arial"/>
              <a:buChar char="•"/>
              <a:defRPr b="0" i="0" sz="12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9" name="Google Shape;169;p2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buNone/>
              <a:defRPr sz="1300">
                <a:solidFill>
                  <a:schemeClr val="dk1"/>
                </a:solidFill>
              </a:defRPr>
            </a:lvl1pPr>
            <a:lvl2pPr lvl="1">
              <a:buNone/>
              <a:defRPr sz="1300">
                <a:solidFill>
                  <a:schemeClr val="dk1"/>
                </a:solidFill>
              </a:defRPr>
            </a:lvl2pPr>
            <a:lvl3pPr lvl="2">
              <a:buNone/>
              <a:defRPr sz="1300">
                <a:solidFill>
                  <a:schemeClr val="dk1"/>
                </a:solidFill>
              </a:defRPr>
            </a:lvl3pPr>
            <a:lvl4pPr lvl="3">
              <a:buNone/>
              <a:defRPr sz="1300">
                <a:solidFill>
                  <a:schemeClr val="dk1"/>
                </a:solidFill>
              </a:defRPr>
            </a:lvl4pPr>
            <a:lvl5pPr lvl="4">
              <a:buNone/>
              <a:defRPr sz="1300">
                <a:solidFill>
                  <a:schemeClr val="dk1"/>
                </a:solidFill>
              </a:defRPr>
            </a:lvl5pPr>
            <a:lvl6pPr lvl="5">
              <a:buNone/>
              <a:defRPr sz="1300">
                <a:solidFill>
                  <a:schemeClr val="dk1"/>
                </a:solidFill>
              </a:defRPr>
            </a:lvl6pPr>
            <a:lvl7pPr lvl="6">
              <a:buNone/>
              <a:defRPr sz="1300">
                <a:solidFill>
                  <a:schemeClr val="dk1"/>
                </a:solidFill>
              </a:defRPr>
            </a:lvl7pPr>
            <a:lvl8pPr lvl="7">
              <a:buNone/>
              <a:defRPr sz="1300">
                <a:solidFill>
                  <a:schemeClr val="dk1"/>
                </a:solidFill>
              </a:defRPr>
            </a:lvl8pPr>
            <a:lvl9pPr lvl="8">
              <a:buNone/>
              <a:defRPr sz="13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title"/>
          </p:nvPr>
        </p:nvSpPr>
        <p:spPr>
          <a:xfrm>
            <a:off x="1213608" y="2625452"/>
            <a:ext cx="6716700" cy="9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3400" u="none" cap="none" strike="noStrike">
                <a:solidFill>
                  <a:srgbClr val="484E5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4"/>
          <p:cNvSpPr txBox="1"/>
          <p:nvPr>
            <p:ph idx="1" type="body"/>
          </p:nvPr>
        </p:nvSpPr>
        <p:spPr>
          <a:xfrm>
            <a:off x="509056" y="1118711"/>
            <a:ext cx="8125800" cy="171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0" name="Google Shape;60;p14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658368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9.png"/><Relationship Id="rId4" Type="http://schemas.openxmlformats.org/officeDocument/2006/relationships/image" Target="../media/image9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6.png"/><Relationship Id="rId8" Type="http://schemas.openxmlformats.org/officeDocument/2006/relationships/image" Target="../media/image30.png"/><Relationship Id="rId9" Type="http://schemas.openxmlformats.org/officeDocument/2006/relationships/image" Target="../media/image7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5.png"/><Relationship Id="rId4" Type="http://schemas.openxmlformats.org/officeDocument/2006/relationships/image" Target="../media/image8.png"/><Relationship Id="rId5" Type="http://schemas.openxmlformats.org/officeDocument/2006/relationships/image" Target="../media/image13.png"/><Relationship Id="rId6" Type="http://schemas.openxmlformats.org/officeDocument/2006/relationships/image" Target="../media/image12.png"/><Relationship Id="rId7" Type="http://schemas.openxmlformats.org/officeDocument/2006/relationships/image" Target="../media/image1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5.png"/><Relationship Id="rId4" Type="http://schemas.openxmlformats.org/officeDocument/2006/relationships/image" Target="../media/image8.png"/><Relationship Id="rId5" Type="http://schemas.openxmlformats.org/officeDocument/2006/relationships/image" Target="../media/image12.png"/><Relationship Id="rId6" Type="http://schemas.openxmlformats.org/officeDocument/2006/relationships/image" Target="../media/image49.png"/><Relationship Id="rId7" Type="http://schemas.openxmlformats.org/officeDocument/2006/relationships/image" Target="../media/image4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5.png"/><Relationship Id="rId4" Type="http://schemas.openxmlformats.org/officeDocument/2006/relationships/image" Target="../media/image8.png"/><Relationship Id="rId5" Type="http://schemas.openxmlformats.org/officeDocument/2006/relationships/image" Target="../media/image36.png"/><Relationship Id="rId6" Type="http://schemas.openxmlformats.org/officeDocument/2006/relationships/image" Target="../media/image29.png"/><Relationship Id="rId7" Type="http://schemas.openxmlformats.org/officeDocument/2006/relationships/image" Target="../media/image26.png"/><Relationship Id="rId8" Type="http://schemas.openxmlformats.org/officeDocument/2006/relationships/image" Target="../media/image18.png"/><Relationship Id="rId9" Type="http://schemas.openxmlformats.org/officeDocument/2006/relationships/image" Target="../media/image22.png"/><Relationship Id="rId10" Type="http://schemas.openxmlformats.org/officeDocument/2006/relationships/image" Target="../media/image21.png"/><Relationship Id="rId11" Type="http://schemas.openxmlformats.org/officeDocument/2006/relationships/image" Target="../media/image34.png"/><Relationship Id="rId12" Type="http://schemas.openxmlformats.org/officeDocument/2006/relationships/image" Target="../media/image20.png"/><Relationship Id="rId13" Type="http://schemas.openxmlformats.org/officeDocument/2006/relationships/image" Target="../media/image31.png"/><Relationship Id="rId14" Type="http://schemas.openxmlformats.org/officeDocument/2006/relationships/image" Target="../media/image28.png"/><Relationship Id="rId15" Type="http://schemas.openxmlformats.org/officeDocument/2006/relationships/image" Target="../media/image23.png"/><Relationship Id="rId16" Type="http://schemas.openxmlformats.org/officeDocument/2006/relationships/image" Target="../media/image24.png"/><Relationship Id="rId17" Type="http://schemas.openxmlformats.org/officeDocument/2006/relationships/image" Target="../media/image38.png"/><Relationship Id="rId18" Type="http://schemas.openxmlformats.org/officeDocument/2006/relationships/image" Target="../media/image15.png"/><Relationship Id="rId19" Type="http://schemas.openxmlformats.org/officeDocument/2006/relationships/image" Target="../media/image12.png"/><Relationship Id="rId20" Type="http://schemas.openxmlformats.org/officeDocument/2006/relationships/image" Target="../media/image4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5.png"/><Relationship Id="rId4" Type="http://schemas.openxmlformats.org/officeDocument/2006/relationships/image" Target="../media/image8.png"/><Relationship Id="rId5" Type="http://schemas.openxmlformats.org/officeDocument/2006/relationships/image" Target="../media/image25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32.png"/><Relationship Id="rId9" Type="http://schemas.openxmlformats.org/officeDocument/2006/relationships/image" Target="../media/image47.png"/><Relationship Id="rId10" Type="http://schemas.openxmlformats.org/officeDocument/2006/relationships/image" Target="../media/image27.png"/><Relationship Id="rId11" Type="http://schemas.openxmlformats.org/officeDocument/2006/relationships/image" Target="../media/image33.png"/><Relationship Id="rId12" Type="http://schemas.openxmlformats.org/officeDocument/2006/relationships/image" Target="../media/image44.png"/><Relationship Id="rId13" Type="http://schemas.openxmlformats.org/officeDocument/2006/relationships/image" Target="../media/image35.png"/><Relationship Id="rId14" Type="http://schemas.openxmlformats.org/officeDocument/2006/relationships/image" Target="../media/image40.png"/><Relationship Id="rId15" Type="http://schemas.openxmlformats.org/officeDocument/2006/relationships/image" Target="../media/image39.png"/><Relationship Id="rId16" Type="http://schemas.openxmlformats.org/officeDocument/2006/relationships/image" Target="../media/image37.png"/><Relationship Id="rId17" Type="http://schemas.openxmlformats.org/officeDocument/2006/relationships/image" Target="../media/image12.png"/><Relationship Id="rId18" Type="http://schemas.openxmlformats.org/officeDocument/2006/relationships/image" Target="../media/image41.png"/><Relationship Id="rId19" Type="http://schemas.openxmlformats.org/officeDocument/2006/relationships/image" Target="../media/image50.png"/><Relationship Id="rId20" Type="http://schemas.openxmlformats.org/officeDocument/2006/relationships/image" Target="../media/image4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5.png"/><Relationship Id="rId4" Type="http://schemas.openxmlformats.org/officeDocument/2006/relationships/image" Target="../media/image8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5.png"/><Relationship Id="rId3" Type="http://schemas.openxmlformats.org/officeDocument/2006/relationships/image" Target="../media/image8.png"/><Relationship Id="rId4" Type="http://schemas.openxmlformats.org/officeDocument/2006/relationships/image" Target="../media/image12.png"/><Relationship Id="rId5" Type="http://schemas.openxmlformats.org/officeDocument/2006/relationships/image" Target="../media/image48.png"/><Relationship Id="rId6" Type="http://schemas.openxmlformats.org/officeDocument/2006/relationships/image" Target="../media/image50.png"/><Relationship Id="rId7" Type="http://schemas.openxmlformats.org/officeDocument/2006/relationships/image" Target="../media/image43.png"/><Relationship Id="rId8" Type="http://schemas.openxmlformats.org/officeDocument/2006/relationships/image" Target="../media/image32.png"/><Relationship Id="rId9" Type="http://schemas.openxmlformats.org/officeDocument/2006/relationships/image" Target="../media/image25.png"/><Relationship Id="rId10" Type="http://schemas.openxmlformats.org/officeDocument/2006/relationships/image" Target="../media/image37.png"/><Relationship Id="rId11" Type="http://schemas.openxmlformats.org/officeDocument/2006/relationships/image" Target="../media/image39.png"/><Relationship Id="rId12" Type="http://schemas.openxmlformats.org/officeDocument/2006/relationships/image" Target="../media/image27.png"/><Relationship Id="rId13" Type="http://schemas.openxmlformats.org/officeDocument/2006/relationships/image" Target="../media/image33.png"/><Relationship Id="rId14" Type="http://schemas.openxmlformats.org/officeDocument/2006/relationships/image" Target="../media/image47.png"/><Relationship Id="rId15" Type="http://schemas.openxmlformats.org/officeDocument/2006/relationships/image" Target="../media/image40.png"/><Relationship Id="rId16" Type="http://schemas.openxmlformats.org/officeDocument/2006/relationships/image" Target="../media/image42.png"/><Relationship Id="rId17" Type="http://schemas.openxmlformats.org/officeDocument/2006/relationships/image" Target="../media/image44.png"/><Relationship Id="rId18" Type="http://schemas.openxmlformats.org/officeDocument/2006/relationships/image" Target="../media/image3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5.png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5.png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4"/>
          <p:cNvPicPr preferRelativeResize="0"/>
          <p:nvPr/>
        </p:nvPicPr>
        <p:blipFill rotWithShape="1">
          <a:blip r:embed="rId4">
            <a:alphaModFix/>
          </a:blip>
          <a:srcRect b="7272" l="0" r="41901" t="7280"/>
          <a:stretch/>
        </p:blipFill>
        <p:spPr>
          <a:xfrm>
            <a:off x="5646750" y="0"/>
            <a:ext cx="3497251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4"/>
          <p:cNvSpPr txBox="1"/>
          <p:nvPr/>
        </p:nvSpPr>
        <p:spPr>
          <a:xfrm>
            <a:off x="1795800" y="1154000"/>
            <a:ext cx="5552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0">
                <a:solidFill>
                  <a:srgbClr val="7B8698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Emoji for the Medical Community</a:t>
            </a:r>
            <a:endParaRPr b="1" sz="4000">
              <a:solidFill>
                <a:srgbClr val="7B8698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177" name="Google Shape;177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80551" y="3041400"/>
            <a:ext cx="1022387" cy="1022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441063" y="3041400"/>
            <a:ext cx="1078371" cy="1022374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4"/>
          <p:cNvSpPr/>
          <p:nvPr/>
        </p:nvSpPr>
        <p:spPr>
          <a:xfrm>
            <a:off x="3088050" y="4344300"/>
            <a:ext cx="2967900" cy="499200"/>
          </a:xfrm>
          <a:prstGeom prst="roundRect">
            <a:avLst>
              <a:gd fmla="val 50000" name="adj"/>
            </a:avLst>
          </a:prstGeom>
          <a:solidFill>
            <a:srgbClr val="656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chemeClr val="lt1"/>
                </a:solidFill>
              </a:rPr>
              <a:t>Shuhan He, MD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180" name="Google Shape;180;p24"/>
          <p:cNvSpPr txBox="1"/>
          <p:nvPr/>
        </p:nvSpPr>
        <p:spPr>
          <a:xfrm>
            <a:off x="301375" y="3273600"/>
            <a:ext cx="26922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7B8698"/>
                </a:solidFill>
              </a:rPr>
              <a:t>Massachusetts General Hospital</a:t>
            </a:r>
            <a:endParaRPr b="1" sz="1000">
              <a:solidFill>
                <a:srgbClr val="7B8698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7B8698"/>
                </a:solidFill>
              </a:rPr>
              <a:t>Lab of Computer Science</a:t>
            </a:r>
            <a:endParaRPr b="1" sz="1000">
              <a:solidFill>
                <a:srgbClr val="7B8698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7B8698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7B8698"/>
                </a:solidFill>
              </a:rPr>
              <a:t>Assistant Professor</a:t>
            </a:r>
            <a:endParaRPr b="1" sz="1000">
              <a:solidFill>
                <a:srgbClr val="7B8698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7B8698"/>
                </a:solidFill>
              </a:rPr>
              <a:t>Harvard Medical School</a:t>
            </a:r>
            <a:endParaRPr b="1" sz="1000">
              <a:solidFill>
                <a:srgbClr val="7B8698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7B8698"/>
                </a:solidFill>
              </a:rPr>
              <a:t>Department of Internal Medicine</a:t>
            </a:r>
            <a:endParaRPr b="1" sz="1000">
              <a:solidFill>
                <a:srgbClr val="7B8698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7B8698"/>
                </a:solidFill>
              </a:rPr>
              <a:t>Department of Emergency medicine</a:t>
            </a:r>
            <a:endParaRPr b="1" sz="1000">
              <a:solidFill>
                <a:srgbClr val="7B8698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7B8698"/>
              </a:solidFill>
            </a:endParaRPr>
          </a:p>
        </p:txBody>
      </p:sp>
      <p:pic>
        <p:nvPicPr>
          <p:cNvPr id="181" name="Google Shape;181;p2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334698" y="321075"/>
            <a:ext cx="1430750" cy="3874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2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737776" y="330391"/>
            <a:ext cx="1079750" cy="3688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4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92248" y="330402"/>
            <a:ext cx="1430752" cy="2922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4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2578225" y="193443"/>
            <a:ext cx="1079749" cy="5661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5"/>
          <p:cNvSpPr txBox="1"/>
          <p:nvPr/>
        </p:nvSpPr>
        <p:spPr>
          <a:xfrm>
            <a:off x="550725" y="347325"/>
            <a:ext cx="8325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484E56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Emoji have significant medical importance</a:t>
            </a:r>
            <a:endParaRPr b="1" sz="3000">
              <a:solidFill>
                <a:srgbClr val="484E56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191" name="Google Shape;191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9350" y="538702"/>
            <a:ext cx="154400" cy="26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25"/>
          <p:cNvSpPr/>
          <p:nvPr/>
        </p:nvSpPr>
        <p:spPr>
          <a:xfrm>
            <a:off x="166925" y="4742250"/>
            <a:ext cx="990300" cy="26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7B8698"/>
                </a:solidFill>
              </a:rPr>
              <a:t>Shuhan He, MD</a:t>
            </a:r>
            <a:endParaRPr/>
          </a:p>
        </p:txBody>
      </p:sp>
      <p:sp>
        <p:nvSpPr>
          <p:cNvPr id="193" name="Google Shape;193;p25"/>
          <p:cNvSpPr txBox="1"/>
          <p:nvPr/>
        </p:nvSpPr>
        <p:spPr>
          <a:xfrm>
            <a:off x="8680675" y="4853850"/>
            <a:ext cx="242400" cy="1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800">
                <a:solidFill>
                  <a:srgbClr val="888888"/>
                </a:solidFill>
              </a:rPr>
              <a:t>‹#›</a:t>
            </a:fld>
            <a:endParaRPr sz="800">
              <a:solidFill>
                <a:srgbClr val="888888"/>
              </a:solidFill>
            </a:endParaRPr>
          </a:p>
        </p:txBody>
      </p:sp>
      <p:pic>
        <p:nvPicPr>
          <p:cNvPr id="194" name="Google Shape;194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8700" y="1785725"/>
            <a:ext cx="5974950" cy="2574150"/>
          </a:xfrm>
          <a:prstGeom prst="rect">
            <a:avLst/>
          </a:prstGeom>
          <a:noFill/>
          <a:ln cap="flat" cmpd="sng" w="762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95" name="Google Shape;195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987925" y="235825"/>
            <a:ext cx="858925" cy="1521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5"/>
          <p:cNvSpPr/>
          <p:nvPr/>
        </p:nvSpPr>
        <p:spPr>
          <a:xfrm>
            <a:off x="6318900" y="1053875"/>
            <a:ext cx="1653900" cy="1653900"/>
          </a:xfrm>
          <a:prstGeom prst="roundRect">
            <a:avLst>
              <a:gd fmla="val 50000" name="adj"/>
            </a:avLst>
          </a:prstGeom>
          <a:solidFill>
            <a:srgbClr val="B7BDC6"/>
          </a:solidFill>
          <a:ln>
            <a:noFill/>
          </a:ln>
          <a:effectLst>
            <a:outerShdw blurRad="57150" rotWithShape="0" algn="bl" dir="10380000" dist="28575">
              <a:srgbClr val="000000">
                <a:alpha val="109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484E56"/>
              </a:solidFill>
            </a:endParaRPr>
          </a:p>
        </p:txBody>
      </p:sp>
      <p:pic>
        <p:nvPicPr>
          <p:cNvPr id="197" name="Google Shape;197;p2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517071" y="1695338"/>
            <a:ext cx="1257576" cy="3709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6"/>
          <p:cNvSpPr txBox="1"/>
          <p:nvPr/>
        </p:nvSpPr>
        <p:spPr>
          <a:xfrm>
            <a:off x="550725" y="347325"/>
            <a:ext cx="1480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484E56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2019</a:t>
            </a:r>
            <a:endParaRPr b="1" sz="3000">
              <a:solidFill>
                <a:srgbClr val="484E56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204" name="Google Shape;20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9350" y="538702"/>
            <a:ext cx="154400" cy="26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987925" y="235825"/>
            <a:ext cx="858925" cy="15210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6"/>
          <p:cNvSpPr/>
          <p:nvPr/>
        </p:nvSpPr>
        <p:spPr>
          <a:xfrm>
            <a:off x="166925" y="4742250"/>
            <a:ext cx="990300" cy="26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7B8698"/>
                </a:solidFill>
              </a:rPr>
              <a:t>Shuhan He, MD</a:t>
            </a:r>
            <a:endParaRPr/>
          </a:p>
        </p:txBody>
      </p:sp>
      <p:sp>
        <p:nvSpPr>
          <p:cNvPr id="207" name="Google Shape;207;p26"/>
          <p:cNvSpPr txBox="1"/>
          <p:nvPr>
            <p:ph idx="12" type="sldNum"/>
          </p:nvPr>
        </p:nvSpPr>
        <p:spPr>
          <a:xfrm>
            <a:off x="8680675" y="4853850"/>
            <a:ext cx="242400" cy="15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" sz="800">
                <a:latin typeface="Arial"/>
                <a:ea typeface="Arial"/>
                <a:cs typeface="Arial"/>
                <a:sym typeface="Arial"/>
              </a:rPr>
              <a:t>0</a:t>
            </a:r>
            <a:fld id="{00000000-1234-1234-1234-123412341234}" type="slidenum">
              <a:rPr lang="en" sz="800">
                <a:latin typeface="Arial"/>
                <a:ea typeface="Arial"/>
                <a:cs typeface="Arial"/>
                <a:sym typeface="Arial"/>
              </a:rPr>
              <a:t>‹#›</a:t>
            </a:fld>
            <a:endParaRPr sz="8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8" name="Google Shape;208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17313" y="691600"/>
            <a:ext cx="5449800" cy="4242673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6"/>
          <p:cNvSpPr/>
          <p:nvPr/>
        </p:nvSpPr>
        <p:spPr>
          <a:xfrm>
            <a:off x="6458974" y="1920588"/>
            <a:ext cx="1784700" cy="1784700"/>
          </a:xfrm>
          <a:prstGeom prst="roundRect">
            <a:avLst>
              <a:gd fmla="val 50000" name="adj"/>
            </a:avLst>
          </a:prstGeom>
          <a:solidFill>
            <a:srgbClr val="B7BDC6"/>
          </a:solidFill>
          <a:ln>
            <a:noFill/>
          </a:ln>
          <a:effectLst>
            <a:outerShdw blurRad="57150" rotWithShape="0" algn="bl" dir="10380000" dist="28575">
              <a:srgbClr val="000000">
                <a:alpha val="109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484E56"/>
              </a:solidFill>
            </a:endParaRPr>
          </a:p>
        </p:txBody>
      </p:sp>
      <p:pic>
        <p:nvPicPr>
          <p:cNvPr id="210" name="Google Shape;210;p2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714725" y="2228324"/>
            <a:ext cx="1273199" cy="11692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" name="Google Shape;215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9350" y="538702"/>
            <a:ext cx="154400" cy="26375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7"/>
          <p:cNvSpPr/>
          <p:nvPr/>
        </p:nvSpPr>
        <p:spPr>
          <a:xfrm>
            <a:off x="166925" y="4742250"/>
            <a:ext cx="990300" cy="26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7B8698"/>
                </a:solidFill>
              </a:rPr>
              <a:t>Shuhan He, MD</a:t>
            </a:r>
            <a:endParaRPr/>
          </a:p>
        </p:txBody>
      </p:sp>
      <p:sp>
        <p:nvSpPr>
          <p:cNvPr id="218" name="Google Shape;218;p27"/>
          <p:cNvSpPr txBox="1"/>
          <p:nvPr/>
        </p:nvSpPr>
        <p:spPr>
          <a:xfrm>
            <a:off x="8680675" y="4853850"/>
            <a:ext cx="242400" cy="1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800">
                <a:solidFill>
                  <a:srgbClr val="888888"/>
                </a:solidFill>
              </a:rPr>
              <a:t>‹#›</a:t>
            </a:fld>
            <a:endParaRPr sz="800">
              <a:solidFill>
                <a:srgbClr val="888888"/>
              </a:solidFill>
            </a:endParaRPr>
          </a:p>
        </p:txBody>
      </p:sp>
      <p:sp>
        <p:nvSpPr>
          <p:cNvPr id="219" name="Google Shape;219;p27"/>
          <p:cNvSpPr txBox="1"/>
          <p:nvPr/>
        </p:nvSpPr>
        <p:spPr>
          <a:xfrm>
            <a:off x="1524000" y="1166150"/>
            <a:ext cx="8958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💉</a:t>
            </a:r>
            <a:endParaRPr sz="6000"/>
          </a:p>
        </p:txBody>
      </p:sp>
      <p:pic>
        <p:nvPicPr>
          <p:cNvPr id="220" name="Google Shape;220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02342" y="1442683"/>
            <a:ext cx="585959" cy="585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460863" y="1364143"/>
            <a:ext cx="518261" cy="700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909270" y="1364144"/>
            <a:ext cx="518255" cy="6880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154432" y="1418939"/>
            <a:ext cx="585959" cy="578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27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647290" y="2581814"/>
            <a:ext cx="585959" cy="633467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27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3131041" y="2523010"/>
            <a:ext cx="328612" cy="751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7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4486425" y="2587836"/>
            <a:ext cx="467186" cy="6334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7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5851697" y="2581811"/>
            <a:ext cx="633452" cy="6334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7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7257399" y="2587207"/>
            <a:ext cx="380076" cy="622682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7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5875442" y="3697395"/>
            <a:ext cx="585959" cy="61721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27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154453" y="3701459"/>
            <a:ext cx="585959" cy="6090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27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1623547" y="3699711"/>
            <a:ext cx="633454" cy="64969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27"/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3041112" y="3731573"/>
            <a:ext cx="418542" cy="585958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27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4403292" y="3705724"/>
            <a:ext cx="633453" cy="6005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7"/>
          <p:cNvPicPr preferRelativeResize="0"/>
          <p:nvPr/>
        </p:nvPicPr>
        <p:blipFill>
          <a:blip r:embed="rId19">
            <a:alphaModFix/>
          </a:blip>
          <a:stretch>
            <a:fillRect/>
          </a:stretch>
        </p:blipFill>
        <p:spPr>
          <a:xfrm>
            <a:off x="7987925" y="235825"/>
            <a:ext cx="858925" cy="1521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27"/>
          <p:cNvSpPr txBox="1"/>
          <p:nvPr/>
        </p:nvSpPr>
        <p:spPr>
          <a:xfrm>
            <a:off x="550725" y="347325"/>
            <a:ext cx="3259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484E56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Existing Emoji</a:t>
            </a:r>
            <a:endParaRPr b="1" sz="3000">
              <a:solidFill>
                <a:srgbClr val="484E56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6" name="Google Shape;236;p27"/>
          <p:cNvSpPr/>
          <p:nvPr/>
        </p:nvSpPr>
        <p:spPr>
          <a:xfrm>
            <a:off x="5213900" y="298300"/>
            <a:ext cx="1572600" cy="649800"/>
          </a:xfrm>
          <a:prstGeom prst="roundRect">
            <a:avLst>
              <a:gd fmla="val 50000" name="adj"/>
            </a:avLst>
          </a:prstGeom>
          <a:solidFill>
            <a:srgbClr val="F3F3F3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484E56"/>
              </a:solidFill>
            </a:endParaRPr>
          </a:p>
        </p:txBody>
      </p:sp>
      <p:pic>
        <p:nvPicPr>
          <p:cNvPr id="237" name="Google Shape;237;p27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5410625" y="409712"/>
            <a:ext cx="1179151" cy="426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9350" y="538702"/>
            <a:ext cx="154400" cy="26375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8"/>
          <p:cNvSpPr/>
          <p:nvPr/>
        </p:nvSpPr>
        <p:spPr>
          <a:xfrm>
            <a:off x="166925" y="4742250"/>
            <a:ext cx="990300" cy="26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7B8698"/>
                </a:solidFill>
              </a:rPr>
              <a:t>Shuhan He, MD</a:t>
            </a:r>
            <a:endParaRPr/>
          </a:p>
        </p:txBody>
      </p:sp>
      <p:sp>
        <p:nvSpPr>
          <p:cNvPr id="245" name="Google Shape;245;p28"/>
          <p:cNvSpPr txBox="1"/>
          <p:nvPr/>
        </p:nvSpPr>
        <p:spPr>
          <a:xfrm>
            <a:off x="8680675" y="4853850"/>
            <a:ext cx="242400" cy="1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800">
                <a:solidFill>
                  <a:srgbClr val="888888"/>
                </a:solidFill>
              </a:rPr>
              <a:t>‹#›</a:t>
            </a:fld>
            <a:endParaRPr sz="800">
              <a:solidFill>
                <a:srgbClr val="888888"/>
              </a:solidFill>
            </a:endParaRPr>
          </a:p>
        </p:txBody>
      </p:sp>
      <p:pic>
        <p:nvPicPr>
          <p:cNvPr id="246" name="Google Shape;246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92925" y="1395275"/>
            <a:ext cx="713111" cy="7732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28"/>
          <p:cNvPicPr preferRelativeResize="0"/>
          <p:nvPr/>
        </p:nvPicPr>
        <p:blipFill rotWithShape="1">
          <a:blip r:embed="rId6">
            <a:alphaModFix/>
          </a:blip>
          <a:srcRect b="15080" l="25176" r="19831" t="11179"/>
          <a:stretch/>
        </p:blipFill>
        <p:spPr>
          <a:xfrm>
            <a:off x="3149863" y="1367990"/>
            <a:ext cx="467176" cy="73533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329768" y="1358125"/>
            <a:ext cx="780457" cy="70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28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029525" y="1349025"/>
            <a:ext cx="277809" cy="773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28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090489" y="2585063"/>
            <a:ext cx="585949" cy="6647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28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500776" y="2523237"/>
            <a:ext cx="526576" cy="8217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28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908788" y="2523226"/>
            <a:ext cx="467175" cy="8820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8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7130700" y="2646375"/>
            <a:ext cx="633449" cy="635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8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1623550" y="3754225"/>
            <a:ext cx="633450" cy="63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28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2843650" y="3777869"/>
            <a:ext cx="894452" cy="5861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8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4324750" y="3806775"/>
            <a:ext cx="823817" cy="528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8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5811875" y="3736685"/>
            <a:ext cx="713100" cy="66853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8"/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7987925" y="235825"/>
            <a:ext cx="858925" cy="1521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8"/>
          <p:cNvSpPr/>
          <p:nvPr/>
        </p:nvSpPr>
        <p:spPr>
          <a:xfrm>
            <a:off x="5213900" y="298300"/>
            <a:ext cx="1572600" cy="649800"/>
          </a:xfrm>
          <a:prstGeom prst="roundRect">
            <a:avLst>
              <a:gd fmla="val 50000" name="adj"/>
            </a:avLst>
          </a:prstGeom>
          <a:solidFill>
            <a:srgbClr val="F3F3F3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484E56"/>
              </a:solidFill>
            </a:endParaRPr>
          </a:p>
        </p:txBody>
      </p:sp>
      <p:pic>
        <p:nvPicPr>
          <p:cNvPr id="260" name="Google Shape;260;p28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5410625" y="409712"/>
            <a:ext cx="1179151" cy="42697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8"/>
          <p:cNvSpPr txBox="1"/>
          <p:nvPr/>
        </p:nvSpPr>
        <p:spPr>
          <a:xfrm>
            <a:off x="550725" y="347325"/>
            <a:ext cx="4516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484E56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New Candidates</a:t>
            </a:r>
            <a:endParaRPr b="1" sz="3000">
              <a:solidFill>
                <a:srgbClr val="484E56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262" name="Google Shape;262;p28"/>
          <p:cNvPicPr preferRelativeResize="0"/>
          <p:nvPr/>
        </p:nvPicPr>
        <p:blipFill>
          <a:blip r:embed="rId19">
            <a:alphaModFix/>
          </a:blip>
          <a:stretch>
            <a:fillRect/>
          </a:stretch>
        </p:blipFill>
        <p:spPr>
          <a:xfrm>
            <a:off x="6893021" y="1311014"/>
            <a:ext cx="1051350" cy="794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28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1550049" y="2631138"/>
            <a:ext cx="780451" cy="5726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29"/>
          <p:cNvSpPr txBox="1"/>
          <p:nvPr/>
        </p:nvSpPr>
        <p:spPr>
          <a:xfrm>
            <a:off x="550725" y="347325"/>
            <a:ext cx="8325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484E56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Request</a:t>
            </a:r>
            <a:endParaRPr b="1" sz="3000">
              <a:solidFill>
                <a:srgbClr val="484E56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270" name="Google Shape;270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9350" y="538702"/>
            <a:ext cx="154400" cy="26375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9"/>
          <p:cNvSpPr/>
          <p:nvPr/>
        </p:nvSpPr>
        <p:spPr>
          <a:xfrm>
            <a:off x="166925" y="4742250"/>
            <a:ext cx="990300" cy="26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7B8698"/>
                </a:solidFill>
              </a:rPr>
              <a:t>Shuhan He, MD</a:t>
            </a:r>
            <a:endParaRPr/>
          </a:p>
        </p:txBody>
      </p:sp>
      <p:sp>
        <p:nvSpPr>
          <p:cNvPr id="272" name="Google Shape;272;p29"/>
          <p:cNvSpPr txBox="1"/>
          <p:nvPr/>
        </p:nvSpPr>
        <p:spPr>
          <a:xfrm>
            <a:off x="8680675" y="4853850"/>
            <a:ext cx="242400" cy="1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800">
                <a:solidFill>
                  <a:srgbClr val="888888"/>
                </a:solidFill>
              </a:rPr>
              <a:t>‹#›</a:t>
            </a:fld>
            <a:endParaRPr sz="800">
              <a:solidFill>
                <a:srgbClr val="888888"/>
              </a:solidFill>
            </a:endParaRPr>
          </a:p>
        </p:txBody>
      </p:sp>
      <p:pic>
        <p:nvPicPr>
          <p:cNvPr id="273" name="Google Shape;273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987925" y="235825"/>
            <a:ext cx="858925" cy="152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" y="539496"/>
            <a:ext cx="155448" cy="26517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1856" y="237744"/>
            <a:ext cx="859536" cy="1554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7315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484E56"/>
                </a:solidFill>
                <a:latin typeface="Century Gothic"/>
              </a:rPr>
              <a:t>The 2021 JAMA 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745736"/>
            <a:ext cx="146304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56F7F"/>
                </a:solidFill>
                <a:latin typeface="Calibri"/>
              </a:rPr>
              <a:t>Shuhan He, 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987552"/>
            <a:ext cx="791870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56F7F"/>
                </a:solidFill>
                <a:latin typeface="Calibri"/>
              </a:rPr>
              <a:t>Fourteen clinical concepts proposed for Unicode.  </a:t>
            </a:r>
            <a:r>
              <a:rPr sz="1050" b="1" i="0">
                <a:solidFill>
                  <a:srgbClr val="A3302B"/>
                </a:solidFill>
                <a:latin typeface="Calibri"/>
              </a:rPr>
              <a:t>Every one was declined.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435" y="1503966"/>
            <a:ext cx="791698" cy="5808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2121408"/>
            <a:ext cx="15947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484E56"/>
                </a:solidFill>
                <a:latin typeface="Calibri"/>
              </a:rPr>
              <a:t>Kidneys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8904" y="1495397"/>
            <a:ext cx="780187" cy="58943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61641" y="2121408"/>
            <a:ext cx="15947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484E56"/>
                </a:solidFill>
                <a:latin typeface="Calibri"/>
              </a:rPr>
              <a:t>Liver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5706" y="1442565"/>
            <a:ext cx="716011" cy="64226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56355" y="2121408"/>
            <a:ext cx="15947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484E56"/>
                </a:solidFill>
                <a:latin typeface="Calibri"/>
              </a:rPr>
              <a:t>Stomach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20306" y="1371600"/>
            <a:ext cx="256237" cy="713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51068" y="2121408"/>
            <a:ext cx="15947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484E56"/>
                </a:solidFill>
                <a:latin typeface="Calibri"/>
              </a:rPr>
              <a:t>Spine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17525" y="1378672"/>
            <a:ext cx="651226" cy="7061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45782" y="2121408"/>
            <a:ext cx="15947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484E56"/>
                </a:solidFill>
                <a:latin typeface="Calibri"/>
              </a:rPr>
              <a:t>Intestines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096" y="2415780"/>
            <a:ext cx="700377" cy="65660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3108960"/>
            <a:ext cx="15947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484E56"/>
                </a:solidFill>
                <a:latin typeface="Calibri"/>
              </a:rPr>
              <a:t>White blood cell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35606" y="2529304"/>
            <a:ext cx="846782" cy="54307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61641" y="3108960"/>
            <a:ext cx="15947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484E56"/>
                </a:solidFill>
                <a:latin typeface="Calibri"/>
              </a:rPr>
              <a:t>ECG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25203" y="2359152"/>
            <a:ext cx="457016" cy="7132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756355" y="3108960"/>
            <a:ext cx="15947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484E56"/>
                </a:solidFill>
                <a:latin typeface="Calibri"/>
              </a:rPr>
              <a:t>Blood bag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59552" y="2359152"/>
            <a:ext cx="377746" cy="7132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51068" y="3108960"/>
            <a:ext cx="15947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484E56"/>
                </a:solidFill>
                <a:latin typeface="Calibri"/>
              </a:rPr>
              <a:t>IV bag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8802" y="2359152"/>
            <a:ext cx="628672" cy="71323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45782" y="3108960"/>
            <a:ext cx="15947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484E56"/>
                </a:solidFill>
                <a:latin typeface="Calibri"/>
              </a:rPr>
              <a:t>Pill pack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742792" y="3510966"/>
            <a:ext cx="837697" cy="54896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364284" y="4096512"/>
            <a:ext cx="15947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484E56"/>
                </a:solidFill>
                <a:latin typeface="Calibri"/>
              </a:rPr>
              <a:t>Pill box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529788" y="3346704"/>
            <a:ext cx="453134" cy="71323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958998" y="4096512"/>
            <a:ext cx="15947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484E56"/>
                </a:solidFill>
                <a:latin typeface="Calibri"/>
              </a:rPr>
              <a:t>Leg cast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012627" y="3380542"/>
            <a:ext cx="676882" cy="679393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53712" y="4096512"/>
            <a:ext cx="15947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484E56"/>
                </a:solidFill>
                <a:latin typeface="Calibri"/>
              </a:rPr>
              <a:t>CT scan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606713" y="3381798"/>
            <a:ext cx="678137" cy="678137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148425" y="4096512"/>
            <a:ext cx="159471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484E56"/>
                </a:solidFill>
                <a:latin typeface="Calibri"/>
              </a:rPr>
              <a:t>Weight scale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352544"/>
            <a:ext cx="7918704" cy="329184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 w="9525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0" bIns="0"/>
          <a:lstStyle/>
          <a:p>
            <a:pPr algn="l"/>
            <a:r>
              <a:rPr sz="950" b="0" i="0">
                <a:solidFill>
                  <a:srgbClr val="656F7F"/>
                </a:solidFill>
                <a:latin typeface="Calibri"/>
              </a:rPr>
              <a:t>Two earlier proposals did ship: </a:t>
            </a:r>
            <a:r>
              <a:rPr sz="950" b="1" i="0">
                <a:solidFill>
                  <a:srgbClr val="1E7A50"/>
                </a:solidFill>
                <a:latin typeface="Calibri"/>
              </a:rPr>
              <a:t>the anatomical heart and lungs, Emoji 13.0 (2020).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83080" y="4764024"/>
            <a:ext cx="6720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50" b="0" i="0">
                <a:solidFill>
                  <a:srgbClr val="656F7F"/>
                </a:solidFill>
                <a:latin typeface="Calibri"/>
              </a:rPr>
              <a:t>Lai D, Lee J, He S. Emoji for the Medical Community — Challenges and Opportunities. JAMA. 2021;326(9):795-796.  ·  Status: unicode.org/emoji/emoji-proposals-status.html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" y="539496"/>
            <a:ext cx="155448" cy="26517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1856" y="237744"/>
            <a:ext cx="859536" cy="1554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7315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484E56"/>
                </a:solidFill>
                <a:latin typeface="Century Gothic"/>
              </a:rPr>
              <a:t>Every resubmission reset the clock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745736"/>
            <a:ext cx="146304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56F7F"/>
                </a:solidFill>
                <a:latin typeface="Calibri"/>
              </a:rPr>
              <a:t>Shuhan He, 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987552"/>
            <a:ext cx="79187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56F7F"/>
                </a:solidFill>
                <a:latin typeface="Calibri"/>
              </a:rPr>
              <a:t>Unicode bars a declined emoji from re-review for </a:t>
            </a:r>
            <a:r>
              <a:rPr sz="1050" b="1" i="0">
                <a:solidFill>
                  <a:srgbClr val="484E56"/>
                </a:solidFill>
                <a:latin typeface="Calibri"/>
              </a:rPr>
              <a:t>four years</a:t>
            </a:r>
            <a:r>
              <a:rPr sz="1050" b="0" i="0">
                <a:solidFill>
                  <a:srgbClr val="656F7F"/>
                </a:solidFill>
                <a:latin typeface="Calibri"/>
              </a:rPr>
              <a:t>, counted from the decline.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1883664"/>
            <a:ext cx="7498079" cy="18288"/>
          </a:xfrm>
          <a:prstGeom prst="rect">
            <a:avLst/>
          </a:prstGeom>
          <a:solidFill>
            <a:srgbClr val="B7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26947" y="1833372"/>
            <a:ext cx="118872" cy="118872"/>
          </a:xfrm>
          <a:prstGeom prst="ellipse">
            <a:avLst/>
          </a:prstGeom>
          <a:solidFill>
            <a:srgbClr val="656F7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" y="14630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656F7F"/>
                </a:solidFill>
                <a:latin typeface="Century Gothic"/>
              </a:rPr>
              <a:t>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" y="2066544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Heart + lungs</a:t>
            </a:r>
          </a:p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submitted</a:t>
            </a:r>
          </a:p>
        </p:txBody>
      </p:sp>
      <p:sp>
        <p:nvSpPr>
          <p:cNvPr id="12" name="Oval 11"/>
          <p:cNvSpPr/>
          <p:nvPr/>
        </p:nvSpPr>
        <p:spPr>
          <a:xfrm>
            <a:off x="2226564" y="1833372"/>
            <a:ext cx="118872" cy="118872"/>
          </a:xfrm>
          <a:prstGeom prst="ellipse">
            <a:avLst/>
          </a:prstGeom>
          <a:solidFill>
            <a:srgbClr val="1E7A5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14630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1E7A50"/>
                </a:solidFill>
                <a:latin typeface="Century Gothic"/>
              </a:rPr>
              <a:t>2020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066544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Both ship in</a:t>
            </a:r>
          </a:p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Emoji 13.0</a:t>
            </a:r>
          </a:p>
        </p:txBody>
      </p:sp>
      <p:sp>
        <p:nvSpPr>
          <p:cNvPr id="15" name="Oval 14"/>
          <p:cNvSpPr/>
          <p:nvPr/>
        </p:nvSpPr>
        <p:spPr>
          <a:xfrm>
            <a:off x="3726179" y="1833372"/>
            <a:ext cx="118872" cy="118872"/>
          </a:xfrm>
          <a:prstGeom prst="ellipse">
            <a:avLst/>
          </a:prstGeom>
          <a:solidFill>
            <a:srgbClr val="A3302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45535" y="14630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A3302B"/>
                </a:solidFill>
                <a:latin typeface="Century Gothic"/>
              </a:rPr>
              <a:t>2021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5535" y="2066544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First wave declined;</a:t>
            </a:r>
          </a:p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JAMA makes the case</a:t>
            </a:r>
          </a:p>
        </p:txBody>
      </p:sp>
      <p:sp>
        <p:nvSpPr>
          <p:cNvPr id="18" name="Oval 17"/>
          <p:cNvSpPr/>
          <p:nvPr/>
        </p:nvSpPr>
        <p:spPr>
          <a:xfrm>
            <a:off x="5225796" y="1833372"/>
            <a:ext cx="118872" cy="118872"/>
          </a:xfrm>
          <a:prstGeom prst="ellipse">
            <a:avLst/>
          </a:prstGeom>
          <a:solidFill>
            <a:srgbClr val="8A5E0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45152" y="14630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8A5E0F"/>
                </a:solidFill>
                <a:latin typeface="Century Gothic"/>
              </a:rPr>
              <a:t>2022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5152" y="2066544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Kidney, stomach,</a:t>
            </a:r>
          </a:p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liver declined</a:t>
            </a:r>
          </a:p>
        </p:txBody>
      </p:sp>
      <p:sp>
        <p:nvSpPr>
          <p:cNvPr id="21" name="Oval 20"/>
          <p:cNvSpPr/>
          <p:nvPr/>
        </p:nvSpPr>
        <p:spPr>
          <a:xfrm>
            <a:off x="6725412" y="1833372"/>
            <a:ext cx="118872" cy="118872"/>
          </a:xfrm>
          <a:prstGeom prst="ellipse">
            <a:avLst/>
          </a:prstGeom>
          <a:solidFill>
            <a:srgbClr val="A3302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44768" y="14630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A3302B"/>
                </a:solidFill>
                <a:latin typeface="Century Gothic"/>
              </a:rPr>
              <a:t>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2066544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Spine, intestines,</a:t>
            </a:r>
          </a:p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ECG declined</a:t>
            </a:r>
          </a:p>
        </p:txBody>
      </p:sp>
      <p:sp>
        <p:nvSpPr>
          <p:cNvPr id="24" name="Oval 23"/>
          <p:cNvSpPr/>
          <p:nvPr/>
        </p:nvSpPr>
        <p:spPr>
          <a:xfrm>
            <a:off x="8206739" y="1815084"/>
            <a:ext cx="155448" cy="155448"/>
          </a:xfrm>
          <a:prstGeom prst="ellipse">
            <a:avLst/>
          </a:prstGeom>
          <a:solidFill>
            <a:srgbClr val="2F5D8C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44383" y="14630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2F5D8C"/>
                </a:solidFill>
                <a:latin typeface="Century Gothic"/>
              </a:rPr>
              <a:t>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44383" y="2066544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Window shuts</a:t>
            </a:r>
          </a:p>
          <a:p>
            <a:pPr algn="ctr"/>
            <a:r>
              <a:rPr sz="800" b="0" i="0">
                <a:solidFill>
                  <a:srgbClr val="656F7F"/>
                </a:solidFill>
                <a:latin typeface="Calibri"/>
              </a:rPr>
              <a:t>July 31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2798064"/>
            <a:ext cx="2542032" cy="14447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7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2810865"/>
            <a:ext cx="2359151" cy="45720"/>
          </a:xfrm>
          <a:prstGeom prst="rect">
            <a:avLst/>
          </a:prstGeom>
          <a:solidFill>
            <a:srgbClr val="1E7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2944368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7A50"/>
                </a:solidFill>
                <a:latin typeface="Century Gothic"/>
              </a:rPr>
              <a:t>Clear to file now</a:t>
            </a:r>
            <a:r>
              <a:rPr sz="850" b="0" i="0">
                <a:solidFill>
                  <a:srgbClr val="B7BDC6"/>
                </a:solidFill>
                <a:latin typeface="Calibri"/>
              </a:rPr>
              <a:t>   8 concepts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3200400"/>
            <a:ext cx="2286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484E56"/>
                </a:solidFill>
                <a:latin typeface="Calibri"/>
              </a:rPr>
              <a:t>White blood cell · Pill pack · Pill box</a:t>
            </a:r>
          </a:p>
          <a:p>
            <a:r>
              <a:rPr sz="880" b="1" i="0">
                <a:solidFill>
                  <a:srgbClr val="484E56"/>
                </a:solidFill>
                <a:latin typeface="Calibri"/>
              </a:rPr>
              <a:t>Blood bag · Leg cast · IV bag</a:t>
            </a:r>
          </a:p>
          <a:p>
            <a:r>
              <a:rPr sz="880" b="1" i="0">
                <a:solidFill>
                  <a:srgbClr val="484E56"/>
                </a:solidFill>
                <a:latin typeface="Calibri"/>
              </a:rPr>
              <a:t>CT scan · Weight scale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" y="3675887"/>
            <a:ext cx="2286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656F7F"/>
                </a:solidFill>
                <a:latin typeface="Calibri"/>
              </a:rPr>
              <a:t>Last declined in the 2021 cycle. The four-year bar has lapsed.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55264" y="2798064"/>
            <a:ext cx="2542032" cy="14447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7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46704" y="2810865"/>
            <a:ext cx="2359151" cy="45720"/>
          </a:xfrm>
          <a:prstGeom prst="rect">
            <a:avLst/>
          </a:prstGeom>
          <a:solidFill>
            <a:srgbClr val="8A5E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83280" y="2944368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8A5E0F"/>
                </a:solidFill>
                <a:latin typeface="Century Gothic"/>
              </a:rPr>
              <a:t>On a knife edge</a:t>
            </a:r>
            <a:r>
              <a:rPr sz="850" b="0" i="0">
                <a:solidFill>
                  <a:srgbClr val="B7BDC6"/>
                </a:solidFill>
                <a:latin typeface="Calibri"/>
              </a:rPr>
              <a:t>   3 concepts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3200400"/>
            <a:ext cx="2286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484E56"/>
                </a:solidFill>
                <a:latin typeface="Calibri"/>
              </a:rPr>
              <a:t>Kidney · Stomach · Liver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80" y="3675887"/>
            <a:ext cx="2286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656F7F"/>
                </a:solidFill>
                <a:latin typeface="Calibri"/>
              </a:rPr>
              <a:t>Submitted July 2022, declined that November. From the decline, the bar lifts Nov 2026 — after the window shuts. From submission, they clear by 12, 3 and 1 day.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0" y="2798064"/>
            <a:ext cx="2542032" cy="14447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7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35040" y="2810865"/>
            <a:ext cx="2359151" cy="45720"/>
          </a:xfrm>
          <a:prstGeom prst="rect">
            <a:avLst/>
          </a:prstGeom>
          <a:solidFill>
            <a:srgbClr val="A3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71616" y="2944368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A3302B"/>
                </a:solidFill>
                <a:latin typeface="Century Gothic"/>
              </a:rPr>
              <a:t>Barred</a:t>
            </a:r>
            <a:r>
              <a:rPr sz="850" b="0" i="0">
                <a:solidFill>
                  <a:srgbClr val="B7BDC6"/>
                </a:solidFill>
                <a:latin typeface="Calibri"/>
              </a:rPr>
              <a:t>   3 concepts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71616" y="3200400"/>
            <a:ext cx="2286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484E56"/>
                </a:solidFill>
                <a:latin typeface="Calibri"/>
              </a:rPr>
              <a:t>Spine · Intestines · ECG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71616" y="3675887"/>
            <a:ext cx="2286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656F7F"/>
                </a:solidFill>
                <a:latin typeface="Calibri"/>
              </a:rPr>
              <a:t>Submitted days after the 2024 window opened, declined that cycle. The bar lifts around Nov 2028.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83080" y="4764024"/>
            <a:ext cx="6720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50" b="0" i="0">
                <a:solidFill>
                  <a:srgbClr val="656F7F"/>
                </a:solidFill>
                <a:latin typeface="Calibri"/>
              </a:rPr>
              <a:t>Unicode publishes submission dates, not decline dates; declines issue at cycle end, submitters notified by Nov 30.  Sources: unicode.org/emoji/emoji-proposals-status.html · unicode.org/emoji/proposals.html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" y="539496"/>
            <a:ext cx="155448" cy="26517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1856" y="237744"/>
            <a:ext cx="859536" cy="1554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7315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484E56"/>
                </a:solidFill>
                <a:latin typeface="Century Gothic"/>
              </a:rPr>
              <a:t>Where emoji decisions get made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745736"/>
            <a:ext cx="146304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56F7F"/>
                </a:solidFill>
                <a:latin typeface="Calibri"/>
              </a:rPr>
              <a:t>Shuhan He, 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987552"/>
            <a:ext cx="79187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56F7F"/>
                </a:solidFill>
                <a:latin typeface="Calibri"/>
              </a:rPr>
              <a:t>The subcommittee recommends. The Technical Committee votes. </a:t>
            </a:r>
            <a:r>
              <a:rPr sz="1050" b="1" i="0">
                <a:solidFill>
                  <a:srgbClr val="2F5D8C"/>
                </a:solidFill>
                <a:latin typeface="Calibri"/>
              </a:rPr>
              <a:t>Microsoft votes in that room.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389888"/>
            <a:ext cx="1783080" cy="11338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7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56362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484E56"/>
                </a:solidFill>
                <a:latin typeface="Century Gothic"/>
              </a:rPr>
              <a:t>Proposal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93392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60" b="0" i="0">
                <a:solidFill>
                  <a:srgbClr val="656F7F"/>
                </a:solidFill>
                <a:latin typeface="Calibri"/>
              </a:rPr>
              <a:t>Anyone may file</a:t>
            </a:r>
          </a:p>
          <a:p>
            <a:pPr algn="ctr"/>
            <a:r>
              <a:rPr sz="760" b="0" i="0">
                <a:solidFill>
                  <a:srgbClr val="656F7F"/>
                </a:solidFill>
                <a:latin typeface="Calibri"/>
              </a:rPr>
              <a:t>during the window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2404872" y="1865376"/>
            <a:ext cx="146304" cy="182880"/>
          </a:xfrm>
          <a:prstGeom prst="triangle">
            <a:avLst/>
          </a:prstGeom>
          <a:solidFill>
            <a:srgbClr val="B7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06040" y="1389888"/>
            <a:ext cx="1783080" cy="11338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7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15768" y="1572768"/>
            <a:ext cx="156362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484E56"/>
                </a:solidFill>
                <a:latin typeface="Century Gothic"/>
              </a:rPr>
              <a:t>Emoji Standard &amp;</a:t>
            </a:r>
          </a:p>
          <a:p>
            <a:pPr algn="ctr"/>
            <a:r>
              <a:rPr sz="1000" b="1" i="0">
                <a:solidFill>
                  <a:srgbClr val="484E56"/>
                </a:solidFill>
                <a:latin typeface="Century Gothic"/>
              </a:rPr>
              <a:t>Research WG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993392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60" b="0" i="0">
                <a:solidFill>
                  <a:srgbClr val="656F7F"/>
                </a:solidFill>
                <a:latin typeface="Calibri"/>
              </a:rPr>
              <a:t>formerly the Emoji</a:t>
            </a:r>
          </a:p>
          <a:p>
            <a:pPr algn="ctr"/>
            <a:r>
              <a:rPr sz="760" b="0" i="0">
                <a:solidFill>
                  <a:srgbClr val="656F7F"/>
                </a:solidFill>
                <a:latin typeface="Calibri"/>
              </a:rPr>
              <a:t>Subcommittee (ESC)</a:t>
            </a:r>
          </a:p>
          <a:p>
            <a:pPr algn="ctr"/>
            <a:r>
              <a:rPr sz="760" b="0" i="0">
                <a:solidFill>
                  <a:srgbClr val="656F7F"/>
                </a:solidFill>
                <a:latin typeface="Calibri"/>
              </a:rPr>
              <a:t>recommends only</a:t>
            </a:r>
          </a:p>
        </p:txBody>
      </p:sp>
      <p:sp>
        <p:nvSpPr>
          <p:cNvPr id="15" name="Isosceles Triangle 14"/>
          <p:cNvSpPr/>
          <p:nvPr/>
        </p:nvSpPr>
        <p:spPr>
          <a:xfrm rot="5400000">
            <a:off x="4443983" y="1865376"/>
            <a:ext cx="146304" cy="182880"/>
          </a:xfrm>
          <a:prstGeom prst="triangle">
            <a:avLst/>
          </a:prstGeom>
          <a:solidFill>
            <a:srgbClr val="B7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45152" y="1389888"/>
            <a:ext cx="1783080" cy="11338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1572768"/>
            <a:ext cx="156362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F5D8C"/>
                </a:solidFill>
                <a:latin typeface="Century Gothic"/>
              </a:rPr>
              <a:t>Unicode Technical</a:t>
            </a:r>
          </a:p>
          <a:p>
            <a:pPr algn="ctr"/>
            <a:r>
              <a:rPr sz="1000" b="1" i="0">
                <a:solidFill>
                  <a:srgbClr val="2F5D8C"/>
                </a:solidFill>
                <a:latin typeface="Century Gothic"/>
              </a:rPr>
              <a:t>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1993392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60" b="0" i="0">
                <a:solidFill>
                  <a:srgbClr val="656F7F"/>
                </a:solidFill>
                <a:latin typeface="Calibri"/>
              </a:rPr>
              <a:t>holds the vote</a:t>
            </a:r>
          </a:p>
          <a:p>
            <a:pPr algn="ctr"/>
            <a:r>
              <a:rPr sz="760" b="0" i="0">
                <a:solidFill>
                  <a:srgbClr val="656F7F"/>
                </a:solidFill>
                <a:latin typeface="Calibri"/>
              </a:rPr>
              <a:t>Full = 1 · Supporting = ½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6483096" y="1865376"/>
            <a:ext cx="146304" cy="182880"/>
          </a:xfrm>
          <a:prstGeom prst="triangle">
            <a:avLst/>
          </a:prstGeom>
          <a:solidFill>
            <a:srgbClr val="B7B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84264" y="1389888"/>
            <a:ext cx="1783080" cy="11338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7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1572768"/>
            <a:ext cx="156362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484E56"/>
                </a:solidFill>
                <a:latin typeface="Century Gothic"/>
              </a:rPr>
              <a:t>Release + fonts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75703" y="1993392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60" b="0" i="0">
                <a:solidFill>
                  <a:srgbClr val="656F7F"/>
                </a:solidFill>
                <a:latin typeface="Calibri"/>
              </a:rPr>
              <a:t>Unicode version, then</a:t>
            </a:r>
          </a:p>
          <a:p>
            <a:pPr algn="ctr"/>
            <a:r>
              <a:rPr sz="760" b="0" i="0">
                <a:solidFill>
                  <a:srgbClr val="656F7F"/>
                </a:solidFill>
                <a:latin typeface="Calibri"/>
              </a:rPr>
              <a:t>Segoe UI Emoji ships 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2798064"/>
            <a:ext cx="4882896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944368"/>
            <a:ext cx="45902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F5D8C"/>
                </a:solidFill>
                <a:latin typeface="Century Gothic"/>
              </a:rPr>
              <a:t>Microsoft's standing in the Consortium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273552"/>
            <a:ext cx="4462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2F5D8C"/>
                </a:solidFill>
                <a:latin typeface="Calibri"/>
              </a:rPr>
              <a:t>—  </a:t>
            </a:r>
            <a:r>
              <a:rPr sz="950" b="1" i="0">
                <a:solidFill>
                  <a:srgbClr val="484E56"/>
                </a:solidFill>
                <a:latin typeface="Calibri"/>
              </a:rPr>
              <a:t>Full member.</a:t>
            </a:r>
            <a:r>
              <a:rPr sz="950" b="0" i="0">
                <a:solidFill>
                  <a:srgbClr val="656F7F"/>
                </a:solidFill>
                <a:latin typeface="Calibri"/>
              </a:rPr>
              <a:t> One of the few tiers that carries a UTC vote.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3584448"/>
            <a:ext cx="4462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2F5D8C"/>
                </a:solidFill>
                <a:latin typeface="Calibri"/>
              </a:rPr>
              <a:t>—  </a:t>
            </a:r>
            <a:r>
              <a:rPr sz="950" b="1" i="0">
                <a:solidFill>
                  <a:srgbClr val="484E56"/>
                </a:solidFill>
                <a:latin typeface="Calibri"/>
              </a:rPr>
              <a:t>Board seat.</a:t>
            </a:r>
            <a:r>
              <a:rPr sz="950" b="0" i="0">
                <a:solidFill>
                  <a:srgbClr val="656F7F"/>
                </a:solidFill>
                <a:latin typeface="Calibri"/>
              </a:rPr>
              <a:t> Vishal Chowdhary, VP of Science, Microsoft 365 Copilot.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3895344"/>
            <a:ext cx="4462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2F5D8C"/>
                </a:solidFill>
                <a:latin typeface="Calibri"/>
              </a:rPr>
              <a:t>—  </a:t>
            </a:r>
            <a:r>
              <a:rPr sz="950" b="1" i="0">
                <a:solidFill>
                  <a:srgbClr val="484E56"/>
                </a:solidFill>
                <a:latin typeface="Calibri"/>
              </a:rPr>
              <a:t>Vendor.</a:t>
            </a:r>
            <a:r>
              <a:rPr sz="950" b="0" i="0">
                <a:solidFill>
                  <a:srgbClr val="656F7F"/>
                </a:solidFill>
                <a:latin typeface="Calibri"/>
              </a:rPr>
              <a:t> Segoe UI Emoji puts the glyph on every Windows device.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32704" y="2798064"/>
            <a:ext cx="2852928" cy="1481328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 w="9525">
            <a:solidFill>
              <a:srgbClr val="B7BD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79008" y="294436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484E56"/>
                </a:solidFill>
                <a:latin typeface="Century Gothic"/>
              </a:rPr>
              <a:t>The 2026 cycle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79008" y="3273552"/>
            <a:ext cx="8595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56F7F"/>
                </a:solidFill>
                <a:latin typeface="Calibri"/>
              </a:rPr>
              <a:t>Opened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38544" y="3273552"/>
            <a:ext cx="17007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484E56"/>
                </a:solidFill>
                <a:latin typeface="Calibri"/>
              </a:rPr>
              <a:t>April 2,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8" y="3547872"/>
            <a:ext cx="8595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56F7F"/>
                </a:solidFill>
                <a:latin typeface="Calibri"/>
              </a:rPr>
              <a:t>Closes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38544" y="3547872"/>
            <a:ext cx="17007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484E56"/>
                </a:solidFill>
                <a:latin typeface="Calibri"/>
              </a:rPr>
              <a:t>July 31,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3822191"/>
            <a:ext cx="8595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56F7F"/>
                </a:solidFill>
                <a:latin typeface="Calibri"/>
              </a:rPr>
              <a:t>Decisions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38544" y="3822191"/>
            <a:ext cx="17007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484E56"/>
                </a:solidFill>
                <a:latin typeface="Calibri"/>
              </a:rPr>
              <a:t>by Nov 30,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79008" y="409651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0" i="1">
                <a:solidFill>
                  <a:srgbClr val="A3302B"/>
                </a:solidFill>
                <a:latin typeface="Calibri"/>
              </a:rPr>
              <a:t>Declined emoji: four-year bar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83080" y="4764024"/>
            <a:ext cx="6720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50" b="0" i="0">
                <a:solidFill>
                  <a:srgbClr val="656F7F"/>
                </a:solidFill>
                <a:latin typeface="Calibri"/>
              </a:rPr>
              <a:t>unicode.org/consortium/utc.html  ·  unicode.org/consortium/directors.html  ·  unicode.org/emoji/proposals.html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